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1" r:id="rId4"/>
  </p:sldMasterIdLst>
  <p:sldIdLst>
    <p:sldId id="256" r:id="rId5"/>
    <p:sldId id="257" r:id="rId6"/>
    <p:sldId id="258" r:id="rId7"/>
    <p:sldId id="261" r:id="rId8"/>
    <p:sldId id="259" r:id="rId9"/>
    <p:sldId id="260"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B77F9D-FB69-4610-88C0-5E32673682E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340CE3F-B6DD-4798-AAE7-9A1873C42E52}">
      <dgm:prSet/>
      <dgm:spPr/>
      <dgm:t>
        <a:bodyPr/>
        <a:lstStyle/>
        <a:p>
          <a:pPr>
            <a:defRPr cap="all"/>
          </a:pPr>
          <a:r>
            <a:rPr lang="de-DE" baseline="0"/>
            <a:t>„[…] Trennung von C.“</a:t>
          </a:r>
          <a:endParaRPr lang="en-US"/>
        </a:p>
      </dgm:t>
    </dgm:pt>
    <dgm:pt modelId="{33A62B62-5348-4ADD-AFC2-FDDD3D4A1F10}" type="parTrans" cxnId="{02D0C015-A85E-46C5-A299-7CAAA235DEFC}">
      <dgm:prSet/>
      <dgm:spPr/>
      <dgm:t>
        <a:bodyPr/>
        <a:lstStyle/>
        <a:p>
          <a:endParaRPr lang="en-US"/>
        </a:p>
      </dgm:t>
    </dgm:pt>
    <dgm:pt modelId="{C728393E-87D6-4ABF-AE30-A0E66C538CF4}" type="sibTrans" cxnId="{02D0C015-A85E-46C5-A299-7CAAA235DEFC}">
      <dgm:prSet/>
      <dgm:spPr/>
      <dgm:t>
        <a:bodyPr/>
        <a:lstStyle/>
        <a:p>
          <a:endParaRPr lang="en-US"/>
        </a:p>
      </dgm:t>
    </dgm:pt>
    <dgm:pt modelId="{F1B7B3D8-3BE2-42B7-BA7A-EFC554E23C22}">
      <dgm:prSet/>
      <dgm:spPr/>
      <dgm:t>
        <a:bodyPr/>
        <a:lstStyle/>
        <a:p>
          <a:pPr>
            <a:defRPr cap="all"/>
          </a:pPr>
          <a:r>
            <a:rPr lang="de-DE" baseline="0"/>
            <a:t>Aufenthalt bei Freunden (keine eigene Unterkunft)</a:t>
          </a:r>
          <a:endParaRPr lang="en-US"/>
        </a:p>
      </dgm:t>
    </dgm:pt>
    <dgm:pt modelId="{D0641D82-66F9-49C7-8A2D-8D02ACAEDEED}" type="parTrans" cxnId="{69B89A6C-AE9A-48B4-8D3D-6120926F150C}">
      <dgm:prSet/>
      <dgm:spPr/>
      <dgm:t>
        <a:bodyPr/>
        <a:lstStyle/>
        <a:p>
          <a:endParaRPr lang="en-US"/>
        </a:p>
      </dgm:t>
    </dgm:pt>
    <dgm:pt modelId="{095D1FB3-BE02-4AE1-B611-B1278F4818C6}" type="sibTrans" cxnId="{69B89A6C-AE9A-48B4-8D3D-6120926F150C}">
      <dgm:prSet/>
      <dgm:spPr/>
      <dgm:t>
        <a:bodyPr/>
        <a:lstStyle/>
        <a:p>
          <a:endParaRPr lang="en-US"/>
        </a:p>
      </dgm:t>
    </dgm:pt>
    <dgm:pt modelId="{EFF0F608-D193-4B5F-9042-8564324BDA29}">
      <dgm:prSet/>
      <dgm:spPr/>
      <dgm:t>
        <a:bodyPr/>
        <a:lstStyle/>
        <a:p>
          <a:pPr>
            <a:defRPr cap="all"/>
          </a:pPr>
          <a:r>
            <a:rPr lang="de-DE" baseline="0"/>
            <a:t>Wär „C.“ vielleicht der Kommunismus?</a:t>
          </a:r>
          <a:endParaRPr lang="en-US"/>
        </a:p>
      </dgm:t>
    </dgm:pt>
    <dgm:pt modelId="{CA6FE7D2-CF1F-4F41-8C03-767E8C6741BC}" type="parTrans" cxnId="{7118CE6C-6C5C-4D80-B57B-D1304E4B1A0F}">
      <dgm:prSet/>
      <dgm:spPr/>
      <dgm:t>
        <a:bodyPr/>
        <a:lstStyle/>
        <a:p>
          <a:endParaRPr lang="en-US"/>
        </a:p>
      </dgm:t>
    </dgm:pt>
    <dgm:pt modelId="{393C14A5-7C5A-4523-AB60-8D391EBF3E3A}" type="sibTrans" cxnId="{7118CE6C-6C5C-4D80-B57B-D1304E4B1A0F}">
      <dgm:prSet/>
      <dgm:spPr/>
      <dgm:t>
        <a:bodyPr/>
        <a:lstStyle/>
        <a:p>
          <a:endParaRPr lang="en-US"/>
        </a:p>
      </dgm:t>
    </dgm:pt>
    <dgm:pt modelId="{11B3DB00-E369-4678-B197-4FFF035AF4AE}" type="pres">
      <dgm:prSet presAssocID="{26B77F9D-FB69-4610-88C0-5E32673682EB}" presName="root" presStyleCnt="0">
        <dgm:presLayoutVars>
          <dgm:dir/>
          <dgm:resizeHandles val="exact"/>
        </dgm:presLayoutVars>
      </dgm:prSet>
      <dgm:spPr/>
    </dgm:pt>
    <dgm:pt modelId="{9E09A7E0-28ED-41E9-BCAD-52220ABDDCA5}" type="pres">
      <dgm:prSet presAssocID="{5340CE3F-B6DD-4798-AAE7-9A1873C42E52}" presName="compNode" presStyleCnt="0"/>
      <dgm:spPr/>
    </dgm:pt>
    <dgm:pt modelId="{9EFBD7C3-4F8B-44EA-A891-59078295E6CA}" type="pres">
      <dgm:prSet presAssocID="{5340CE3F-B6DD-4798-AAE7-9A1873C42E52}" presName="iconBgRect" presStyleLbl="bgShp" presStyleIdx="0" presStyleCnt="3"/>
      <dgm:spPr>
        <a:prstGeom prst="round2DiagRect">
          <a:avLst>
            <a:gd name="adj1" fmla="val 29727"/>
            <a:gd name="adj2" fmla="val 0"/>
          </a:avLst>
        </a:prstGeom>
      </dgm:spPr>
    </dgm:pt>
    <dgm:pt modelId="{ED8210F1-CE64-4896-B7C7-4054AA47E2C7}" type="pres">
      <dgm:prSet presAssocID="{5340CE3F-B6DD-4798-AAE7-9A1873C42E5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andshake"/>
        </a:ext>
      </dgm:extLst>
    </dgm:pt>
    <dgm:pt modelId="{A2856526-E191-413E-8910-787602F4C3F3}" type="pres">
      <dgm:prSet presAssocID="{5340CE3F-B6DD-4798-AAE7-9A1873C42E52}" presName="spaceRect" presStyleCnt="0"/>
      <dgm:spPr/>
    </dgm:pt>
    <dgm:pt modelId="{85826565-211A-4AE1-ADD2-BBE8DAED30C8}" type="pres">
      <dgm:prSet presAssocID="{5340CE3F-B6DD-4798-AAE7-9A1873C42E52}" presName="textRect" presStyleLbl="revTx" presStyleIdx="0" presStyleCnt="3">
        <dgm:presLayoutVars>
          <dgm:chMax val="1"/>
          <dgm:chPref val="1"/>
        </dgm:presLayoutVars>
      </dgm:prSet>
      <dgm:spPr/>
    </dgm:pt>
    <dgm:pt modelId="{D2A7957F-0C8F-4ABB-B06B-9521402358AF}" type="pres">
      <dgm:prSet presAssocID="{C728393E-87D6-4ABF-AE30-A0E66C538CF4}" presName="sibTrans" presStyleCnt="0"/>
      <dgm:spPr/>
    </dgm:pt>
    <dgm:pt modelId="{AA25CCBB-C1B9-4110-8EDF-79C04BB44854}" type="pres">
      <dgm:prSet presAssocID="{F1B7B3D8-3BE2-42B7-BA7A-EFC554E23C22}" presName="compNode" presStyleCnt="0"/>
      <dgm:spPr/>
    </dgm:pt>
    <dgm:pt modelId="{085B5329-BD1A-4E19-BD7B-09B9783974FD}" type="pres">
      <dgm:prSet presAssocID="{F1B7B3D8-3BE2-42B7-BA7A-EFC554E23C22}" presName="iconBgRect" presStyleLbl="bgShp" presStyleIdx="1" presStyleCnt="3"/>
      <dgm:spPr>
        <a:prstGeom prst="round2DiagRect">
          <a:avLst>
            <a:gd name="adj1" fmla="val 29727"/>
            <a:gd name="adj2" fmla="val 0"/>
          </a:avLst>
        </a:prstGeom>
      </dgm:spPr>
    </dgm:pt>
    <dgm:pt modelId="{A879A5D2-1F2D-48CA-B769-54F06F742E87}" type="pres">
      <dgm:prSet presAssocID="{F1B7B3D8-3BE2-42B7-BA7A-EFC554E23C2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4B3B15E0-2973-4C48-8E6A-237BAFCCCF4C}" type="pres">
      <dgm:prSet presAssocID="{F1B7B3D8-3BE2-42B7-BA7A-EFC554E23C22}" presName="spaceRect" presStyleCnt="0"/>
      <dgm:spPr/>
    </dgm:pt>
    <dgm:pt modelId="{22F2486D-ACED-46C0-BB28-57C0A7328111}" type="pres">
      <dgm:prSet presAssocID="{F1B7B3D8-3BE2-42B7-BA7A-EFC554E23C22}" presName="textRect" presStyleLbl="revTx" presStyleIdx="1" presStyleCnt="3">
        <dgm:presLayoutVars>
          <dgm:chMax val="1"/>
          <dgm:chPref val="1"/>
        </dgm:presLayoutVars>
      </dgm:prSet>
      <dgm:spPr/>
    </dgm:pt>
    <dgm:pt modelId="{0C56E855-9D63-476E-BD5E-5ED1B81E7340}" type="pres">
      <dgm:prSet presAssocID="{095D1FB3-BE02-4AE1-B611-B1278F4818C6}" presName="sibTrans" presStyleCnt="0"/>
      <dgm:spPr/>
    </dgm:pt>
    <dgm:pt modelId="{F24856D5-499D-4812-8614-0EA8A2DC4B26}" type="pres">
      <dgm:prSet presAssocID="{EFF0F608-D193-4B5F-9042-8564324BDA29}" presName="compNode" presStyleCnt="0"/>
      <dgm:spPr/>
    </dgm:pt>
    <dgm:pt modelId="{40D27E6E-8CC2-4573-BD80-B60A58DB71A6}" type="pres">
      <dgm:prSet presAssocID="{EFF0F608-D193-4B5F-9042-8564324BDA29}" presName="iconBgRect" presStyleLbl="bgShp" presStyleIdx="2" presStyleCnt="3"/>
      <dgm:spPr>
        <a:prstGeom prst="round2DiagRect">
          <a:avLst>
            <a:gd name="adj1" fmla="val 29727"/>
            <a:gd name="adj2" fmla="val 0"/>
          </a:avLst>
        </a:prstGeom>
      </dgm:spPr>
    </dgm:pt>
    <dgm:pt modelId="{7B99C5B2-8D5F-4621-B059-4712DF1F25C5}" type="pres">
      <dgm:prSet presAssocID="{EFF0F608-D193-4B5F-9042-8564324BDA2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ammable"/>
        </a:ext>
      </dgm:extLst>
    </dgm:pt>
    <dgm:pt modelId="{8565F88E-860B-4582-88E6-04A9DBF94902}" type="pres">
      <dgm:prSet presAssocID="{EFF0F608-D193-4B5F-9042-8564324BDA29}" presName="spaceRect" presStyleCnt="0"/>
      <dgm:spPr/>
    </dgm:pt>
    <dgm:pt modelId="{412084AE-C6A3-430D-ACD8-7A8367DCD2F7}" type="pres">
      <dgm:prSet presAssocID="{EFF0F608-D193-4B5F-9042-8564324BDA29}" presName="textRect" presStyleLbl="revTx" presStyleIdx="2" presStyleCnt="3">
        <dgm:presLayoutVars>
          <dgm:chMax val="1"/>
          <dgm:chPref val="1"/>
        </dgm:presLayoutVars>
      </dgm:prSet>
      <dgm:spPr/>
    </dgm:pt>
  </dgm:ptLst>
  <dgm:cxnLst>
    <dgm:cxn modelId="{02D0C015-A85E-46C5-A299-7CAAA235DEFC}" srcId="{26B77F9D-FB69-4610-88C0-5E32673682EB}" destId="{5340CE3F-B6DD-4798-AAE7-9A1873C42E52}" srcOrd="0" destOrd="0" parTransId="{33A62B62-5348-4ADD-AFC2-FDDD3D4A1F10}" sibTransId="{C728393E-87D6-4ABF-AE30-A0E66C538CF4}"/>
    <dgm:cxn modelId="{FD835533-EC5A-41A6-840D-9DB76BF3FF2F}" type="presOf" srcId="{26B77F9D-FB69-4610-88C0-5E32673682EB}" destId="{11B3DB00-E369-4678-B197-4FFF035AF4AE}" srcOrd="0" destOrd="0" presId="urn:microsoft.com/office/officeart/2018/5/layout/IconLeafLabelList"/>
    <dgm:cxn modelId="{21BD1C3F-5121-4488-BF77-38B60C424B16}" type="presOf" srcId="{EFF0F608-D193-4B5F-9042-8564324BDA29}" destId="{412084AE-C6A3-430D-ACD8-7A8367DCD2F7}" srcOrd="0" destOrd="0" presId="urn:microsoft.com/office/officeart/2018/5/layout/IconLeafLabelList"/>
    <dgm:cxn modelId="{A4A3ED5B-C779-4C14-B841-64A1882C146E}" type="presOf" srcId="{5340CE3F-B6DD-4798-AAE7-9A1873C42E52}" destId="{85826565-211A-4AE1-ADD2-BBE8DAED30C8}" srcOrd="0" destOrd="0" presId="urn:microsoft.com/office/officeart/2018/5/layout/IconLeafLabelList"/>
    <dgm:cxn modelId="{69B89A6C-AE9A-48B4-8D3D-6120926F150C}" srcId="{26B77F9D-FB69-4610-88C0-5E32673682EB}" destId="{F1B7B3D8-3BE2-42B7-BA7A-EFC554E23C22}" srcOrd="1" destOrd="0" parTransId="{D0641D82-66F9-49C7-8A2D-8D02ACAEDEED}" sibTransId="{095D1FB3-BE02-4AE1-B611-B1278F4818C6}"/>
    <dgm:cxn modelId="{7118CE6C-6C5C-4D80-B57B-D1304E4B1A0F}" srcId="{26B77F9D-FB69-4610-88C0-5E32673682EB}" destId="{EFF0F608-D193-4B5F-9042-8564324BDA29}" srcOrd="2" destOrd="0" parTransId="{CA6FE7D2-CF1F-4F41-8C03-767E8C6741BC}" sibTransId="{393C14A5-7C5A-4523-AB60-8D391EBF3E3A}"/>
    <dgm:cxn modelId="{D881599C-B861-4D50-8756-EB9D572013AB}" type="presOf" srcId="{F1B7B3D8-3BE2-42B7-BA7A-EFC554E23C22}" destId="{22F2486D-ACED-46C0-BB28-57C0A7328111}" srcOrd="0" destOrd="0" presId="urn:microsoft.com/office/officeart/2018/5/layout/IconLeafLabelList"/>
    <dgm:cxn modelId="{F71C273C-31B4-4F47-A122-892E80B7BAAF}" type="presParOf" srcId="{11B3DB00-E369-4678-B197-4FFF035AF4AE}" destId="{9E09A7E0-28ED-41E9-BCAD-52220ABDDCA5}" srcOrd="0" destOrd="0" presId="urn:microsoft.com/office/officeart/2018/5/layout/IconLeafLabelList"/>
    <dgm:cxn modelId="{1A0B9493-8DAB-47FA-8CD7-C15001688955}" type="presParOf" srcId="{9E09A7E0-28ED-41E9-BCAD-52220ABDDCA5}" destId="{9EFBD7C3-4F8B-44EA-A891-59078295E6CA}" srcOrd="0" destOrd="0" presId="urn:microsoft.com/office/officeart/2018/5/layout/IconLeafLabelList"/>
    <dgm:cxn modelId="{6DD82F59-498C-4968-B04F-3EE60147AA66}" type="presParOf" srcId="{9E09A7E0-28ED-41E9-BCAD-52220ABDDCA5}" destId="{ED8210F1-CE64-4896-B7C7-4054AA47E2C7}" srcOrd="1" destOrd="0" presId="urn:microsoft.com/office/officeart/2018/5/layout/IconLeafLabelList"/>
    <dgm:cxn modelId="{879F23DC-AF16-4E74-8C29-C1525F4F5204}" type="presParOf" srcId="{9E09A7E0-28ED-41E9-BCAD-52220ABDDCA5}" destId="{A2856526-E191-413E-8910-787602F4C3F3}" srcOrd="2" destOrd="0" presId="urn:microsoft.com/office/officeart/2018/5/layout/IconLeafLabelList"/>
    <dgm:cxn modelId="{4C15E728-7EA8-42CC-A107-0EE817DD7DD8}" type="presParOf" srcId="{9E09A7E0-28ED-41E9-BCAD-52220ABDDCA5}" destId="{85826565-211A-4AE1-ADD2-BBE8DAED30C8}" srcOrd="3" destOrd="0" presId="urn:microsoft.com/office/officeart/2018/5/layout/IconLeafLabelList"/>
    <dgm:cxn modelId="{CF071D72-105C-4D28-81E4-CDC06523A154}" type="presParOf" srcId="{11B3DB00-E369-4678-B197-4FFF035AF4AE}" destId="{D2A7957F-0C8F-4ABB-B06B-9521402358AF}" srcOrd="1" destOrd="0" presId="urn:microsoft.com/office/officeart/2018/5/layout/IconLeafLabelList"/>
    <dgm:cxn modelId="{392BC7AD-7E10-49C0-817F-61F5C4487158}" type="presParOf" srcId="{11B3DB00-E369-4678-B197-4FFF035AF4AE}" destId="{AA25CCBB-C1B9-4110-8EDF-79C04BB44854}" srcOrd="2" destOrd="0" presId="urn:microsoft.com/office/officeart/2018/5/layout/IconLeafLabelList"/>
    <dgm:cxn modelId="{BFD3FC89-3464-4B95-B9AC-737EA0C2D504}" type="presParOf" srcId="{AA25CCBB-C1B9-4110-8EDF-79C04BB44854}" destId="{085B5329-BD1A-4E19-BD7B-09B9783974FD}" srcOrd="0" destOrd="0" presId="urn:microsoft.com/office/officeart/2018/5/layout/IconLeafLabelList"/>
    <dgm:cxn modelId="{2B358AED-96E7-4FD0-9072-CDA4162930E0}" type="presParOf" srcId="{AA25CCBB-C1B9-4110-8EDF-79C04BB44854}" destId="{A879A5D2-1F2D-48CA-B769-54F06F742E87}" srcOrd="1" destOrd="0" presId="urn:microsoft.com/office/officeart/2018/5/layout/IconLeafLabelList"/>
    <dgm:cxn modelId="{39B423CB-82F7-4DA1-AE61-342E31E1F125}" type="presParOf" srcId="{AA25CCBB-C1B9-4110-8EDF-79C04BB44854}" destId="{4B3B15E0-2973-4C48-8E6A-237BAFCCCF4C}" srcOrd="2" destOrd="0" presId="urn:microsoft.com/office/officeart/2018/5/layout/IconLeafLabelList"/>
    <dgm:cxn modelId="{7B196106-2444-49A7-A860-2FE615B4000E}" type="presParOf" srcId="{AA25CCBB-C1B9-4110-8EDF-79C04BB44854}" destId="{22F2486D-ACED-46C0-BB28-57C0A7328111}" srcOrd="3" destOrd="0" presId="urn:microsoft.com/office/officeart/2018/5/layout/IconLeafLabelList"/>
    <dgm:cxn modelId="{62225285-1710-41BF-B8FB-A4AE503A8A86}" type="presParOf" srcId="{11B3DB00-E369-4678-B197-4FFF035AF4AE}" destId="{0C56E855-9D63-476E-BD5E-5ED1B81E7340}" srcOrd="3" destOrd="0" presId="urn:microsoft.com/office/officeart/2018/5/layout/IconLeafLabelList"/>
    <dgm:cxn modelId="{715F8329-7E8C-4D96-B8D6-2A255D9B4DC1}" type="presParOf" srcId="{11B3DB00-E369-4678-B197-4FFF035AF4AE}" destId="{F24856D5-499D-4812-8614-0EA8A2DC4B26}" srcOrd="4" destOrd="0" presId="urn:microsoft.com/office/officeart/2018/5/layout/IconLeafLabelList"/>
    <dgm:cxn modelId="{B3E881C8-6D9B-4A20-8244-8D5A9761D070}" type="presParOf" srcId="{F24856D5-499D-4812-8614-0EA8A2DC4B26}" destId="{40D27E6E-8CC2-4573-BD80-B60A58DB71A6}" srcOrd="0" destOrd="0" presId="urn:microsoft.com/office/officeart/2018/5/layout/IconLeafLabelList"/>
    <dgm:cxn modelId="{3C88C1A1-FAB3-4461-81B5-724A49064B92}" type="presParOf" srcId="{F24856D5-499D-4812-8614-0EA8A2DC4B26}" destId="{7B99C5B2-8D5F-4621-B059-4712DF1F25C5}" srcOrd="1" destOrd="0" presId="urn:microsoft.com/office/officeart/2018/5/layout/IconLeafLabelList"/>
    <dgm:cxn modelId="{7220EB22-667E-4038-8CAC-4EA983B8A3A8}" type="presParOf" srcId="{F24856D5-499D-4812-8614-0EA8A2DC4B26}" destId="{8565F88E-860B-4582-88E6-04A9DBF94902}" srcOrd="2" destOrd="0" presId="urn:microsoft.com/office/officeart/2018/5/layout/IconLeafLabelList"/>
    <dgm:cxn modelId="{A6177439-7F39-4BBF-BA9C-59EFA716DF96}" type="presParOf" srcId="{F24856D5-499D-4812-8614-0EA8A2DC4B26}" destId="{412084AE-C6A3-430D-ACD8-7A8367DCD2F7}"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364667-520B-419C-BE8C-B7985D2AAC42}"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5C87A828-200B-415F-B52D-5828DAD8F93A}">
      <dgm:prSet/>
      <dgm:spPr/>
      <dgm:t>
        <a:bodyPr/>
        <a:lstStyle/>
        <a:p>
          <a:r>
            <a:rPr lang="de-DE"/>
            <a:t>„Rettet“ den Erzähler – Erzähler vergisst es nie</a:t>
          </a:r>
          <a:endParaRPr lang="en-US"/>
        </a:p>
      </dgm:t>
    </dgm:pt>
    <dgm:pt modelId="{56306A89-31FF-48CB-BDC5-19CED57D95E3}" type="parTrans" cxnId="{A1223832-932C-4095-8F5F-47E60AD185E9}">
      <dgm:prSet/>
      <dgm:spPr/>
      <dgm:t>
        <a:bodyPr/>
        <a:lstStyle/>
        <a:p>
          <a:endParaRPr lang="en-US"/>
        </a:p>
      </dgm:t>
    </dgm:pt>
    <dgm:pt modelId="{D06493FE-AC79-4824-83E2-AFD410867BD8}" type="sibTrans" cxnId="{A1223832-932C-4095-8F5F-47E60AD185E9}">
      <dgm:prSet/>
      <dgm:spPr/>
      <dgm:t>
        <a:bodyPr/>
        <a:lstStyle/>
        <a:p>
          <a:endParaRPr lang="en-US"/>
        </a:p>
      </dgm:t>
    </dgm:pt>
    <dgm:pt modelId="{DBE1FAA1-4F61-42E0-ABB6-5AD04F9F7551}">
      <dgm:prSet/>
      <dgm:spPr/>
      <dgm:t>
        <a:bodyPr/>
        <a:lstStyle/>
        <a:p>
          <a:r>
            <a:rPr lang="de-DE"/>
            <a:t>Ein Held, obwohl er nie zahlt</a:t>
          </a:r>
          <a:endParaRPr lang="en-US"/>
        </a:p>
      </dgm:t>
    </dgm:pt>
    <dgm:pt modelId="{A7134C5A-0FF3-4878-B9BC-FF707682FE41}" type="parTrans" cxnId="{743D8977-94D8-4ED9-9BBF-EB8631C56F0E}">
      <dgm:prSet/>
      <dgm:spPr/>
      <dgm:t>
        <a:bodyPr/>
        <a:lstStyle/>
        <a:p>
          <a:endParaRPr lang="en-US"/>
        </a:p>
      </dgm:t>
    </dgm:pt>
    <dgm:pt modelId="{53C32514-0C80-4529-901A-592D8E679E76}" type="sibTrans" cxnId="{743D8977-94D8-4ED9-9BBF-EB8631C56F0E}">
      <dgm:prSet/>
      <dgm:spPr/>
      <dgm:t>
        <a:bodyPr/>
        <a:lstStyle/>
        <a:p>
          <a:endParaRPr lang="en-US"/>
        </a:p>
      </dgm:t>
    </dgm:pt>
    <dgm:pt modelId="{409521AA-32DB-443F-8F83-C4575DB55EC7}">
      <dgm:prSet/>
      <dgm:spPr/>
      <dgm:t>
        <a:bodyPr/>
        <a:lstStyle/>
        <a:p>
          <a:r>
            <a:rPr lang="de-DE"/>
            <a:t>Extrem wenig wird gesagt – er bleibt generell </a:t>
          </a:r>
          <a:endParaRPr lang="en-US"/>
        </a:p>
      </dgm:t>
    </dgm:pt>
    <dgm:pt modelId="{F2BF00A8-06F1-487C-8CC3-8DEA44A17E2F}" type="parTrans" cxnId="{5EA17BED-CAD7-4990-B102-426EAD1B0684}">
      <dgm:prSet/>
      <dgm:spPr/>
      <dgm:t>
        <a:bodyPr/>
        <a:lstStyle/>
        <a:p>
          <a:endParaRPr lang="en-US"/>
        </a:p>
      </dgm:t>
    </dgm:pt>
    <dgm:pt modelId="{FC9B2FA1-CDC3-48BD-9F1D-39D30EC4E8A2}" type="sibTrans" cxnId="{5EA17BED-CAD7-4990-B102-426EAD1B0684}">
      <dgm:prSet/>
      <dgm:spPr/>
      <dgm:t>
        <a:bodyPr/>
        <a:lstStyle/>
        <a:p>
          <a:endParaRPr lang="en-US"/>
        </a:p>
      </dgm:t>
    </dgm:pt>
    <dgm:pt modelId="{4814003E-D275-423D-9E76-1E6DED0EAAFB}">
      <dgm:prSet/>
      <dgm:spPr/>
      <dgm:t>
        <a:bodyPr/>
        <a:lstStyle/>
        <a:p>
          <a:r>
            <a:rPr lang="de-DE"/>
            <a:t>Fühlt sich der Erzähler, als hätte er endlich einen echten Freund, eine „Zugehörigkeit?“</a:t>
          </a:r>
          <a:endParaRPr lang="en-US"/>
        </a:p>
      </dgm:t>
    </dgm:pt>
    <dgm:pt modelId="{6DCC3EC9-FE7E-44B2-9ABB-CBB2D43571FF}" type="parTrans" cxnId="{930F619F-614C-436D-A2F4-BEA95E85F348}">
      <dgm:prSet/>
      <dgm:spPr/>
      <dgm:t>
        <a:bodyPr/>
        <a:lstStyle/>
        <a:p>
          <a:endParaRPr lang="en-US"/>
        </a:p>
      </dgm:t>
    </dgm:pt>
    <dgm:pt modelId="{148B52CD-9351-42EE-BA70-1A84A1685706}" type="sibTrans" cxnId="{930F619F-614C-436D-A2F4-BEA95E85F348}">
      <dgm:prSet/>
      <dgm:spPr/>
      <dgm:t>
        <a:bodyPr/>
        <a:lstStyle/>
        <a:p>
          <a:endParaRPr lang="en-US"/>
        </a:p>
      </dgm:t>
    </dgm:pt>
    <dgm:pt modelId="{28B01738-173F-41AE-AA8C-E1061AFA70BC}" type="pres">
      <dgm:prSet presAssocID="{37364667-520B-419C-BE8C-B7985D2AAC42}" presName="outerComposite" presStyleCnt="0">
        <dgm:presLayoutVars>
          <dgm:chMax val="5"/>
          <dgm:dir/>
          <dgm:resizeHandles val="exact"/>
        </dgm:presLayoutVars>
      </dgm:prSet>
      <dgm:spPr/>
    </dgm:pt>
    <dgm:pt modelId="{8622DE7A-B569-4B78-9F8F-46691FBFEB52}" type="pres">
      <dgm:prSet presAssocID="{37364667-520B-419C-BE8C-B7985D2AAC42}" presName="dummyMaxCanvas" presStyleCnt="0">
        <dgm:presLayoutVars/>
      </dgm:prSet>
      <dgm:spPr/>
    </dgm:pt>
    <dgm:pt modelId="{3DC591D5-746F-462C-8107-8088DED0BD76}" type="pres">
      <dgm:prSet presAssocID="{37364667-520B-419C-BE8C-B7985D2AAC42}" presName="FourNodes_1" presStyleLbl="node1" presStyleIdx="0" presStyleCnt="4">
        <dgm:presLayoutVars>
          <dgm:bulletEnabled val="1"/>
        </dgm:presLayoutVars>
      </dgm:prSet>
      <dgm:spPr/>
    </dgm:pt>
    <dgm:pt modelId="{F52AFB02-1513-4E7D-A888-B5781D6499B6}" type="pres">
      <dgm:prSet presAssocID="{37364667-520B-419C-BE8C-B7985D2AAC42}" presName="FourNodes_2" presStyleLbl="node1" presStyleIdx="1" presStyleCnt="4">
        <dgm:presLayoutVars>
          <dgm:bulletEnabled val="1"/>
        </dgm:presLayoutVars>
      </dgm:prSet>
      <dgm:spPr/>
    </dgm:pt>
    <dgm:pt modelId="{D151444E-9C14-4CF0-80DC-431D2511A028}" type="pres">
      <dgm:prSet presAssocID="{37364667-520B-419C-BE8C-B7985D2AAC42}" presName="FourNodes_3" presStyleLbl="node1" presStyleIdx="2" presStyleCnt="4">
        <dgm:presLayoutVars>
          <dgm:bulletEnabled val="1"/>
        </dgm:presLayoutVars>
      </dgm:prSet>
      <dgm:spPr/>
    </dgm:pt>
    <dgm:pt modelId="{9834EADB-BB9E-4948-B20A-967193C4B2DD}" type="pres">
      <dgm:prSet presAssocID="{37364667-520B-419C-BE8C-B7985D2AAC42}" presName="FourNodes_4" presStyleLbl="node1" presStyleIdx="3" presStyleCnt="4">
        <dgm:presLayoutVars>
          <dgm:bulletEnabled val="1"/>
        </dgm:presLayoutVars>
      </dgm:prSet>
      <dgm:spPr/>
    </dgm:pt>
    <dgm:pt modelId="{CDEF7A8F-4D43-48D3-8956-3424BB832948}" type="pres">
      <dgm:prSet presAssocID="{37364667-520B-419C-BE8C-B7985D2AAC42}" presName="FourConn_1-2" presStyleLbl="fgAccFollowNode1" presStyleIdx="0" presStyleCnt="3">
        <dgm:presLayoutVars>
          <dgm:bulletEnabled val="1"/>
        </dgm:presLayoutVars>
      </dgm:prSet>
      <dgm:spPr/>
    </dgm:pt>
    <dgm:pt modelId="{2475CA14-1D60-4EBC-9282-C07D2C547EB5}" type="pres">
      <dgm:prSet presAssocID="{37364667-520B-419C-BE8C-B7985D2AAC42}" presName="FourConn_2-3" presStyleLbl="fgAccFollowNode1" presStyleIdx="1" presStyleCnt="3">
        <dgm:presLayoutVars>
          <dgm:bulletEnabled val="1"/>
        </dgm:presLayoutVars>
      </dgm:prSet>
      <dgm:spPr/>
    </dgm:pt>
    <dgm:pt modelId="{FC36E63C-FC17-498D-89A8-6397AF62C3B0}" type="pres">
      <dgm:prSet presAssocID="{37364667-520B-419C-BE8C-B7985D2AAC42}" presName="FourConn_3-4" presStyleLbl="fgAccFollowNode1" presStyleIdx="2" presStyleCnt="3">
        <dgm:presLayoutVars>
          <dgm:bulletEnabled val="1"/>
        </dgm:presLayoutVars>
      </dgm:prSet>
      <dgm:spPr/>
    </dgm:pt>
    <dgm:pt modelId="{5051B2CE-7FBB-47B7-9C46-23E350DA2588}" type="pres">
      <dgm:prSet presAssocID="{37364667-520B-419C-BE8C-B7985D2AAC42}" presName="FourNodes_1_text" presStyleLbl="node1" presStyleIdx="3" presStyleCnt="4">
        <dgm:presLayoutVars>
          <dgm:bulletEnabled val="1"/>
        </dgm:presLayoutVars>
      </dgm:prSet>
      <dgm:spPr/>
    </dgm:pt>
    <dgm:pt modelId="{DD93F309-FF6B-435C-83B9-F935444ED93A}" type="pres">
      <dgm:prSet presAssocID="{37364667-520B-419C-BE8C-B7985D2AAC42}" presName="FourNodes_2_text" presStyleLbl="node1" presStyleIdx="3" presStyleCnt="4">
        <dgm:presLayoutVars>
          <dgm:bulletEnabled val="1"/>
        </dgm:presLayoutVars>
      </dgm:prSet>
      <dgm:spPr/>
    </dgm:pt>
    <dgm:pt modelId="{9FFC0F5F-69BF-4A3C-8AF3-C570D4CC90B4}" type="pres">
      <dgm:prSet presAssocID="{37364667-520B-419C-BE8C-B7985D2AAC42}" presName="FourNodes_3_text" presStyleLbl="node1" presStyleIdx="3" presStyleCnt="4">
        <dgm:presLayoutVars>
          <dgm:bulletEnabled val="1"/>
        </dgm:presLayoutVars>
      </dgm:prSet>
      <dgm:spPr/>
    </dgm:pt>
    <dgm:pt modelId="{B6702DC8-E01E-44C4-97B6-0E34B5D785CE}" type="pres">
      <dgm:prSet presAssocID="{37364667-520B-419C-BE8C-B7985D2AAC42}" presName="FourNodes_4_text" presStyleLbl="node1" presStyleIdx="3" presStyleCnt="4">
        <dgm:presLayoutVars>
          <dgm:bulletEnabled val="1"/>
        </dgm:presLayoutVars>
      </dgm:prSet>
      <dgm:spPr/>
    </dgm:pt>
  </dgm:ptLst>
  <dgm:cxnLst>
    <dgm:cxn modelId="{E9964712-C00E-4DE4-AB0B-9FC329F07D3E}" type="presOf" srcId="{FC9B2FA1-CDC3-48BD-9F1D-39D30EC4E8A2}" destId="{FC36E63C-FC17-498D-89A8-6397AF62C3B0}" srcOrd="0" destOrd="0" presId="urn:microsoft.com/office/officeart/2005/8/layout/vProcess5"/>
    <dgm:cxn modelId="{B8382B1A-3BF7-404E-9CB8-F1273C6E14E7}" type="presOf" srcId="{D06493FE-AC79-4824-83E2-AFD410867BD8}" destId="{CDEF7A8F-4D43-48D3-8956-3424BB832948}" srcOrd="0" destOrd="0" presId="urn:microsoft.com/office/officeart/2005/8/layout/vProcess5"/>
    <dgm:cxn modelId="{A1223832-932C-4095-8F5F-47E60AD185E9}" srcId="{37364667-520B-419C-BE8C-B7985D2AAC42}" destId="{5C87A828-200B-415F-B52D-5828DAD8F93A}" srcOrd="0" destOrd="0" parTransId="{56306A89-31FF-48CB-BDC5-19CED57D95E3}" sibTransId="{D06493FE-AC79-4824-83E2-AFD410867BD8}"/>
    <dgm:cxn modelId="{768F8265-4320-49E5-8F2B-B2D028323AE4}" type="presOf" srcId="{37364667-520B-419C-BE8C-B7985D2AAC42}" destId="{28B01738-173F-41AE-AA8C-E1061AFA70BC}" srcOrd="0" destOrd="0" presId="urn:microsoft.com/office/officeart/2005/8/layout/vProcess5"/>
    <dgm:cxn modelId="{743D8977-94D8-4ED9-9BBF-EB8631C56F0E}" srcId="{37364667-520B-419C-BE8C-B7985D2AAC42}" destId="{DBE1FAA1-4F61-42E0-ABB6-5AD04F9F7551}" srcOrd="1" destOrd="0" parTransId="{A7134C5A-0FF3-4878-B9BC-FF707682FE41}" sibTransId="{53C32514-0C80-4529-901A-592D8E679E76}"/>
    <dgm:cxn modelId="{5EA02E59-BB64-4C02-B18F-F38A59907402}" type="presOf" srcId="{4814003E-D275-423D-9E76-1E6DED0EAAFB}" destId="{B6702DC8-E01E-44C4-97B6-0E34B5D785CE}" srcOrd="1" destOrd="0" presId="urn:microsoft.com/office/officeart/2005/8/layout/vProcess5"/>
    <dgm:cxn modelId="{E6E62184-8575-4B73-ABDD-9A2DEB4F24D5}" type="presOf" srcId="{53C32514-0C80-4529-901A-592D8E679E76}" destId="{2475CA14-1D60-4EBC-9282-C07D2C547EB5}" srcOrd="0" destOrd="0" presId="urn:microsoft.com/office/officeart/2005/8/layout/vProcess5"/>
    <dgm:cxn modelId="{D0C4B287-DCB5-4F6C-B93F-65761299A8E6}" type="presOf" srcId="{409521AA-32DB-443F-8F83-C4575DB55EC7}" destId="{9FFC0F5F-69BF-4A3C-8AF3-C570D4CC90B4}" srcOrd="1" destOrd="0" presId="urn:microsoft.com/office/officeart/2005/8/layout/vProcess5"/>
    <dgm:cxn modelId="{737F478D-471C-49C9-B82F-6ADBCC0500EC}" type="presOf" srcId="{DBE1FAA1-4F61-42E0-ABB6-5AD04F9F7551}" destId="{DD93F309-FF6B-435C-83B9-F935444ED93A}" srcOrd="1" destOrd="0" presId="urn:microsoft.com/office/officeart/2005/8/layout/vProcess5"/>
    <dgm:cxn modelId="{930F619F-614C-436D-A2F4-BEA95E85F348}" srcId="{37364667-520B-419C-BE8C-B7985D2AAC42}" destId="{4814003E-D275-423D-9E76-1E6DED0EAAFB}" srcOrd="3" destOrd="0" parTransId="{6DCC3EC9-FE7E-44B2-9ABB-CBB2D43571FF}" sibTransId="{148B52CD-9351-42EE-BA70-1A84A1685706}"/>
    <dgm:cxn modelId="{C6A216AD-58CC-4E74-8C16-92172A9310C4}" type="presOf" srcId="{409521AA-32DB-443F-8F83-C4575DB55EC7}" destId="{D151444E-9C14-4CF0-80DC-431D2511A028}" srcOrd="0" destOrd="0" presId="urn:microsoft.com/office/officeart/2005/8/layout/vProcess5"/>
    <dgm:cxn modelId="{EFD45FAF-D7B6-472D-933D-40DFF4912DD3}" type="presOf" srcId="{5C87A828-200B-415F-B52D-5828DAD8F93A}" destId="{5051B2CE-7FBB-47B7-9C46-23E350DA2588}" srcOrd="1" destOrd="0" presId="urn:microsoft.com/office/officeart/2005/8/layout/vProcess5"/>
    <dgm:cxn modelId="{6D810FCA-3830-4A35-8EEA-0626F92C9FBF}" type="presOf" srcId="{5C87A828-200B-415F-B52D-5828DAD8F93A}" destId="{3DC591D5-746F-462C-8107-8088DED0BD76}" srcOrd="0" destOrd="0" presId="urn:microsoft.com/office/officeart/2005/8/layout/vProcess5"/>
    <dgm:cxn modelId="{82A586E9-02A3-422C-A03D-9D0589022BAA}" type="presOf" srcId="{4814003E-D275-423D-9E76-1E6DED0EAAFB}" destId="{9834EADB-BB9E-4948-B20A-967193C4B2DD}" srcOrd="0" destOrd="0" presId="urn:microsoft.com/office/officeart/2005/8/layout/vProcess5"/>
    <dgm:cxn modelId="{5EA17BED-CAD7-4990-B102-426EAD1B0684}" srcId="{37364667-520B-419C-BE8C-B7985D2AAC42}" destId="{409521AA-32DB-443F-8F83-C4575DB55EC7}" srcOrd="2" destOrd="0" parTransId="{F2BF00A8-06F1-487C-8CC3-8DEA44A17E2F}" sibTransId="{FC9B2FA1-CDC3-48BD-9F1D-39D30EC4E8A2}"/>
    <dgm:cxn modelId="{F7EDECFE-2DF1-4DC7-B0DA-F01FE1639974}" type="presOf" srcId="{DBE1FAA1-4F61-42E0-ABB6-5AD04F9F7551}" destId="{F52AFB02-1513-4E7D-A888-B5781D6499B6}" srcOrd="0" destOrd="0" presId="urn:microsoft.com/office/officeart/2005/8/layout/vProcess5"/>
    <dgm:cxn modelId="{96AD4852-0A2E-4B6D-B18E-AFC56F694E56}" type="presParOf" srcId="{28B01738-173F-41AE-AA8C-E1061AFA70BC}" destId="{8622DE7A-B569-4B78-9F8F-46691FBFEB52}" srcOrd="0" destOrd="0" presId="urn:microsoft.com/office/officeart/2005/8/layout/vProcess5"/>
    <dgm:cxn modelId="{9E2255FB-58C3-4EA4-80DD-5AE215AE3600}" type="presParOf" srcId="{28B01738-173F-41AE-AA8C-E1061AFA70BC}" destId="{3DC591D5-746F-462C-8107-8088DED0BD76}" srcOrd="1" destOrd="0" presId="urn:microsoft.com/office/officeart/2005/8/layout/vProcess5"/>
    <dgm:cxn modelId="{FFA38D81-1C5D-4EF0-9362-DC9FD344EABD}" type="presParOf" srcId="{28B01738-173F-41AE-AA8C-E1061AFA70BC}" destId="{F52AFB02-1513-4E7D-A888-B5781D6499B6}" srcOrd="2" destOrd="0" presId="urn:microsoft.com/office/officeart/2005/8/layout/vProcess5"/>
    <dgm:cxn modelId="{7AAEE099-378D-405D-8B0B-67597F6F14AA}" type="presParOf" srcId="{28B01738-173F-41AE-AA8C-E1061AFA70BC}" destId="{D151444E-9C14-4CF0-80DC-431D2511A028}" srcOrd="3" destOrd="0" presId="urn:microsoft.com/office/officeart/2005/8/layout/vProcess5"/>
    <dgm:cxn modelId="{67CE9369-FC6A-4BAF-AE3D-43F5D75037FB}" type="presParOf" srcId="{28B01738-173F-41AE-AA8C-E1061AFA70BC}" destId="{9834EADB-BB9E-4948-B20A-967193C4B2DD}" srcOrd="4" destOrd="0" presId="urn:microsoft.com/office/officeart/2005/8/layout/vProcess5"/>
    <dgm:cxn modelId="{D1D1EBA4-B502-40D6-BE47-4AF3F0E11768}" type="presParOf" srcId="{28B01738-173F-41AE-AA8C-E1061AFA70BC}" destId="{CDEF7A8F-4D43-48D3-8956-3424BB832948}" srcOrd="5" destOrd="0" presId="urn:microsoft.com/office/officeart/2005/8/layout/vProcess5"/>
    <dgm:cxn modelId="{CA7E749F-EAB1-47DD-BB7D-006C96A9B605}" type="presParOf" srcId="{28B01738-173F-41AE-AA8C-E1061AFA70BC}" destId="{2475CA14-1D60-4EBC-9282-C07D2C547EB5}" srcOrd="6" destOrd="0" presId="urn:microsoft.com/office/officeart/2005/8/layout/vProcess5"/>
    <dgm:cxn modelId="{7A223D82-FE6C-4E1F-8264-A48DB981CB43}" type="presParOf" srcId="{28B01738-173F-41AE-AA8C-E1061AFA70BC}" destId="{FC36E63C-FC17-498D-89A8-6397AF62C3B0}" srcOrd="7" destOrd="0" presId="urn:microsoft.com/office/officeart/2005/8/layout/vProcess5"/>
    <dgm:cxn modelId="{D3337722-BF49-4341-9EF4-CFE665191AA2}" type="presParOf" srcId="{28B01738-173F-41AE-AA8C-E1061AFA70BC}" destId="{5051B2CE-7FBB-47B7-9C46-23E350DA2588}" srcOrd="8" destOrd="0" presId="urn:microsoft.com/office/officeart/2005/8/layout/vProcess5"/>
    <dgm:cxn modelId="{63218160-CCE3-4983-9406-019CBFD1140F}" type="presParOf" srcId="{28B01738-173F-41AE-AA8C-E1061AFA70BC}" destId="{DD93F309-FF6B-435C-83B9-F935444ED93A}" srcOrd="9" destOrd="0" presId="urn:microsoft.com/office/officeart/2005/8/layout/vProcess5"/>
    <dgm:cxn modelId="{D8FBF171-C6FB-4A3B-A0A5-24F3340BD7F9}" type="presParOf" srcId="{28B01738-173F-41AE-AA8C-E1061AFA70BC}" destId="{9FFC0F5F-69BF-4A3C-8AF3-C570D4CC90B4}" srcOrd="10" destOrd="0" presId="urn:microsoft.com/office/officeart/2005/8/layout/vProcess5"/>
    <dgm:cxn modelId="{C9F8A573-E7EB-484C-A084-FC63C7AA168C}" type="presParOf" srcId="{28B01738-173F-41AE-AA8C-E1061AFA70BC}" destId="{B6702DC8-E01E-44C4-97B6-0E34B5D785CE}"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FBD7C3-4F8B-44EA-A891-59078295E6CA}">
      <dsp:nvSpPr>
        <dsp:cNvPr id="0" name=""/>
        <dsp:cNvSpPr/>
      </dsp:nvSpPr>
      <dsp:spPr>
        <a:xfrm>
          <a:off x="722193" y="224918"/>
          <a:ext cx="1990125" cy="199012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8210F1-CE64-4896-B7C7-4054AA47E2C7}">
      <dsp:nvSpPr>
        <dsp:cNvPr id="0" name=""/>
        <dsp:cNvSpPr/>
      </dsp:nvSpPr>
      <dsp:spPr>
        <a:xfrm>
          <a:off x="1146318" y="649043"/>
          <a:ext cx="1141875" cy="11418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826565-211A-4AE1-ADD2-BBE8DAED30C8}">
      <dsp:nvSpPr>
        <dsp:cNvPr id="0" name=""/>
        <dsp:cNvSpPr/>
      </dsp:nvSpPr>
      <dsp:spPr>
        <a:xfrm>
          <a:off x="86006" y="2834918"/>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de-DE" sz="1800" kern="1200" baseline="0"/>
            <a:t>„[…] Trennung von C.“</a:t>
          </a:r>
          <a:endParaRPr lang="en-US" sz="1800" kern="1200"/>
        </a:p>
      </dsp:txBody>
      <dsp:txXfrm>
        <a:off x="86006" y="2834918"/>
        <a:ext cx="3262500" cy="720000"/>
      </dsp:txXfrm>
    </dsp:sp>
    <dsp:sp modelId="{085B5329-BD1A-4E19-BD7B-09B9783974FD}">
      <dsp:nvSpPr>
        <dsp:cNvPr id="0" name=""/>
        <dsp:cNvSpPr/>
      </dsp:nvSpPr>
      <dsp:spPr>
        <a:xfrm>
          <a:off x="4555631" y="224918"/>
          <a:ext cx="1990125" cy="199012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79A5D2-1F2D-48CA-B769-54F06F742E87}">
      <dsp:nvSpPr>
        <dsp:cNvPr id="0" name=""/>
        <dsp:cNvSpPr/>
      </dsp:nvSpPr>
      <dsp:spPr>
        <a:xfrm>
          <a:off x="4979756" y="649043"/>
          <a:ext cx="1141875" cy="11418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F2486D-ACED-46C0-BB28-57C0A7328111}">
      <dsp:nvSpPr>
        <dsp:cNvPr id="0" name=""/>
        <dsp:cNvSpPr/>
      </dsp:nvSpPr>
      <dsp:spPr>
        <a:xfrm>
          <a:off x="3919443" y="2834918"/>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de-DE" sz="1800" kern="1200" baseline="0"/>
            <a:t>Aufenthalt bei Freunden (keine eigene Unterkunft)</a:t>
          </a:r>
          <a:endParaRPr lang="en-US" sz="1800" kern="1200"/>
        </a:p>
      </dsp:txBody>
      <dsp:txXfrm>
        <a:off x="3919443" y="2834918"/>
        <a:ext cx="3262500" cy="720000"/>
      </dsp:txXfrm>
    </dsp:sp>
    <dsp:sp modelId="{40D27E6E-8CC2-4573-BD80-B60A58DB71A6}">
      <dsp:nvSpPr>
        <dsp:cNvPr id="0" name=""/>
        <dsp:cNvSpPr/>
      </dsp:nvSpPr>
      <dsp:spPr>
        <a:xfrm>
          <a:off x="8389069" y="224918"/>
          <a:ext cx="1990125" cy="199012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99C5B2-8D5F-4621-B059-4712DF1F25C5}">
      <dsp:nvSpPr>
        <dsp:cNvPr id="0" name=""/>
        <dsp:cNvSpPr/>
      </dsp:nvSpPr>
      <dsp:spPr>
        <a:xfrm>
          <a:off x="8813194" y="649043"/>
          <a:ext cx="1141875" cy="11418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2084AE-C6A3-430D-ACD8-7A8367DCD2F7}">
      <dsp:nvSpPr>
        <dsp:cNvPr id="0" name=""/>
        <dsp:cNvSpPr/>
      </dsp:nvSpPr>
      <dsp:spPr>
        <a:xfrm>
          <a:off x="7752881" y="2834918"/>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de-DE" sz="1800" kern="1200" baseline="0"/>
            <a:t>Wär „C.“ vielleicht der Kommunismus?</a:t>
          </a:r>
          <a:endParaRPr lang="en-US" sz="1800" kern="1200"/>
        </a:p>
      </dsp:txBody>
      <dsp:txXfrm>
        <a:off x="7752881" y="2834918"/>
        <a:ext cx="32625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591D5-746F-462C-8107-8088DED0BD76}">
      <dsp:nvSpPr>
        <dsp:cNvPr id="0" name=""/>
        <dsp:cNvSpPr/>
      </dsp:nvSpPr>
      <dsp:spPr>
        <a:xfrm>
          <a:off x="0" y="0"/>
          <a:ext cx="8881110" cy="83156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de-DE" sz="2200" kern="1200"/>
            <a:t>„Rettet“ den Erzähler – Erzähler vergisst es nie</a:t>
          </a:r>
          <a:endParaRPr lang="en-US" sz="2200" kern="1200"/>
        </a:p>
      </dsp:txBody>
      <dsp:txXfrm>
        <a:off x="24356" y="24356"/>
        <a:ext cx="7913520" cy="782852"/>
      </dsp:txXfrm>
    </dsp:sp>
    <dsp:sp modelId="{F52AFB02-1513-4E7D-A888-B5781D6499B6}">
      <dsp:nvSpPr>
        <dsp:cNvPr id="0" name=""/>
        <dsp:cNvSpPr/>
      </dsp:nvSpPr>
      <dsp:spPr>
        <a:xfrm>
          <a:off x="743792" y="982757"/>
          <a:ext cx="8881110" cy="831564"/>
        </a:xfrm>
        <a:prstGeom prst="roundRect">
          <a:avLst>
            <a:gd name="adj" fmla="val 10000"/>
          </a:avLst>
        </a:prstGeom>
        <a:solidFill>
          <a:schemeClr val="accent2">
            <a:hueOff val="-1978932"/>
            <a:satOff val="0"/>
            <a:lumOff val="-80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de-DE" sz="2200" kern="1200"/>
            <a:t>Ein Held, obwohl er nie zahlt</a:t>
          </a:r>
          <a:endParaRPr lang="en-US" sz="2200" kern="1200"/>
        </a:p>
      </dsp:txBody>
      <dsp:txXfrm>
        <a:off x="768148" y="1007113"/>
        <a:ext cx="7548088" cy="782852"/>
      </dsp:txXfrm>
    </dsp:sp>
    <dsp:sp modelId="{D151444E-9C14-4CF0-80DC-431D2511A028}">
      <dsp:nvSpPr>
        <dsp:cNvPr id="0" name=""/>
        <dsp:cNvSpPr/>
      </dsp:nvSpPr>
      <dsp:spPr>
        <a:xfrm>
          <a:off x="1476484" y="1965515"/>
          <a:ext cx="8881110" cy="831564"/>
        </a:xfrm>
        <a:prstGeom prst="roundRect">
          <a:avLst>
            <a:gd name="adj" fmla="val 10000"/>
          </a:avLst>
        </a:prstGeom>
        <a:solidFill>
          <a:schemeClr val="accent2">
            <a:hueOff val="-3957863"/>
            <a:satOff val="0"/>
            <a:lumOff val="-160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de-DE" sz="2200" kern="1200"/>
            <a:t>Extrem wenig wird gesagt – er bleibt generell </a:t>
          </a:r>
          <a:endParaRPr lang="en-US" sz="2200" kern="1200"/>
        </a:p>
      </dsp:txBody>
      <dsp:txXfrm>
        <a:off x="1500840" y="1989871"/>
        <a:ext cx="7559190" cy="782852"/>
      </dsp:txXfrm>
    </dsp:sp>
    <dsp:sp modelId="{9834EADB-BB9E-4948-B20A-967193C4B2DD}">
      <dsp:nvSpPr>
        <dsp:cNvPr id="0" name=""/>
        <dsp:cNvSpPr/>
      </dsp:nvSpPr>
      <dsp:spPr>
        <a:xfrm>
          <a:off x="2220277" y="2948272"/>
          <a:ext cx="8881110" cy="831564"/>
        </a:xfrm>
        <a:prstGeom prst="roundRect">
          <a:avLst>
            <a:gd name="adj" fmla="val 10000"/>
          </a:avLst>
        </a:prstGeom>
        <a:solidFill>
          <a:schemeClr val="accent2">
            <a:hueOff val="-5936795"/>
            <a:satOff val="0"/>
            <a:lumOff val="-2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de-DE" sz="2200" kern="1200"/>
            <a:t>Fühlt sich der Erzähler, als hätte er endlich einen echten Freund, eine „Zugehörigkeit?“</a:t>
          </a:r>
          <a:endParaRPr lang="en-US" sz="2200" kern="1200"/>
        </a:p>
      </dsp:txBody>
      <dsp:txXfrm>
        <a:off x="2244633" y="2972628"/>
        <a:ext cx="7548088" cy="782852"/>
      </dsp:txXfrm>
    </dsp:sp>
    <dsp:sp modelId="{CDEF7A8F-4D43-48D3-8956-3424BB832948}">
      <dsp:nvSpPr>
        <dsp:cNvPr id="0" name=""/>
        <dsp:cNvSpPr/>
      </dsp:nvSpPr>
      <dsp:spPr>
        <a:xfrm>
          <a:off x="8340593" y="636902"/>
          <a:ext cx="540516" cy="540516"/>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8462209" y="636902"/>
        <a:ext cx="297284" cy="406738"/>
      </dsp:txXfrm>
    </dsp:sp>
    <dsp:sp modelId="{2475CA14-1D60-4EBC-9282-C07D2C547EB5}">
      <dsp:nvSpPr>
        <dsp:cNvPr id="0" name=""/>
        <dsp:cNvSpPr/>
      </dsp:nvSpPr>
      <dsp:spPr>
        <a:xfrm>
          <a:off x="9084386" y="1619660"/>
          <a:ext cx="540516" cy="540516"/>
        </a:xfrm>
        <a:prstGeom prst="downArrow">
          <a:avLst>
            <a:gd name="adj1" fmla="val 55000"/>
            <a:gd name="adj2" fmla="val 45000"/>
          </a:avLst>
        </a:prstGeom>
        <a:solidFill>
          <a:schemeClr val="accent2">
            <a:tint val="40000"/>
            <a:alpha val="90000"/>
            <a:hueOff val="-3236054"/>
            <a:satOff val="-24784"/>
            <a:lumOff val="-2099"/>
            <a:alphaOff val="0"/>
          </a:schemeClr>
        </a:solidFill>
        <a:ln w="12700" cap="flat" cmpd="sng" algn="ctr">
          <a:solidFill>
            <a:schemeClr val="accent2">
              <a:tint val="40000"/>
              <a:alpha val="90000"/>
              <a:hueOff val="-3236054"/>
              <a:satOff val="-24784"/>
              <a:lumOff val="-209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9206002" y="1619660"/>
        <a:ext cx="297284" cy="406738"/>
      </dsp:txXfrm>
    </dsp:sp>
    <dsp:sp modelId="{FC36E63C-FC17-498D-89A8-6397AF62C3B0}">
      <dsp:nvSpPr>
        <dsp:cNvPr id="0" name=""/>
        <dsp:cNvSpPr/>
      </dsp:nvSpPr>
      <dsp:spPr>
        <a:xfrm>
          <a:off x="9817078" y="2602417"/>
          <a:ext cx="540516" cy="540516"/>
        </a:xfrm>
        <a:prstGeom prst="downArrow">
          <a:avLst>
            <a:gd name="adj1" fmla="val 55000"/>
            <a:gd name="adj2" fmla="val 45000"/>
          </a:avLst>
        </a:prstGeom>
        <a:solidFill>
          <a:schemeClr val="accent2">
            <a:tint val="40000"/>
            <a:alpha val="90000"/>
            <a:hueOff val="-6472107"/>
            <a:satOff val="-49567"/>
            <a:lumOff val="-4198"/>
            <a:alphaOff val="0"/>
          </a:schemeClr>
        </a:solidFill>
        <a:ln w="12700" cap="flat" cmpd="sng" algn="ctr">
          <a:solidFill>
            <a:schemeClr val="accent2">
              <a:tint val="40000"/>
              <a:alpha val="90000"/>
              <a:hueOff val="-6472107"/>
              <a:satOff val="-49567"/>
              <a:lumOff val="-419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9938694" y="2602417"/>
        <a:ext cx="297284" cy="406738"/>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277428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537897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5/12/2026</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85183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512497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054540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011704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99393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950241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38038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854787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5/12/2026</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532975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5/12/2026</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1156004351"/>
      </p:ext>
    </p:extLst>
  </p:cSld>
  <p:clrMap bg1="dk1" tx1="lt1" bg2="dk2" tx2="lt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794" r:id="rId6"/>
    <p:sldLayoutId id="2147483790" r:id="rId7"/>
    <p:sldLayoutId id="2147483791" r:id="rId8"/>
    <p:sldLayoutId id="2147483792" r:id="rId9"/>
    <p:sldLayoutId id="2147483793" r:id="rId10"/>
    <p:sldLayoutId id="2147483795"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EB9B5A19-3592-48E2-BC31-90E092BD6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3" name="Group 1052">
            <a:extLst>
              <a:ext uri="{FF2B5EF4-FFF2-40B4-BE49-F238E27FC236}">
                <a16:creationId xmlns:a16="http://schemas.microsoft.com/office/drawing/2014/main" id="{E2548C40-4C00-4E91-BFA6-84B4D66225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055" name="Rectangle 1054">
              <a:extLst>
                <a:ext uri="{FF2B5EF4-FFF2-40B4-BE49-F238E27FC236}">
                  <a16:creationId xmlns:a16="http://schemas.microsoft.com/office/drawing/2014/main" id="{B6EE6BCA-C84E-4BED-B084-F599F7EE689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Oval 1055">
              <a:extLst>
                <a:ext uri="{FF2B5EF4-FFF2-40B4-BE49-F238E27FC236}">
                  <a16:creationId xmlns:a16="http://schemas.microsoft.com/office/drawing/2014/main" id="{24695526-4BAA-4EFE-91C1-1E446117C0C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Oval 1056">
              <a:extLst>
                <a:ext uri="{FF2B5EF4-FFF2-40B4-BE49-F238E27FC236}">
                  <a16:creationId xmlns:a16="http://schemas.microsoft.com/office/drawing/2014/main" id="{00DF9B86-7987-40DC-85D6-479F5A2E87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58" name="Group 1057">
              <a:extLst>
                <a:ext uri="{FF2B5EF4-FFF2-40B4-BE49-F238E27FC236}">
                  <a16:creationId xmlns:a16="http://schemas.microsoft.com/office/drawing/2014/main" id="{A5465368-1AF5-43D6-BAD2-6BE8B04D94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051" name="Rectangle 1050">
                <a:extLst>
                  <a:ext uri="{FF2B5EF4-FFF2-40B4-BE49-F238E27FC236}">
                    <a16:creationId xmlns:a16="http://schemas.microsoft.com/office/drawing/2014/main" id="{CEB28D27-BDED-4D8C-94FC-58E93235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77AC833D-449C-45F4-9851-216F3681F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9" name="Group 1058">
              <a:extLst>
                <a:ext uri="{FF2B5EF4-FFF2-40B4-BE49-F238E27FC236}">
                  <a16:creationId xmlns:a16="http://schemas.microsoft.com/office/drawing/2014/main" id="{09528AAE-A1EB-446C-81BE-BA5E4490E4E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060" name="Rectangle 1059">
                <a:extLst>
                  <a:ext uri="{FF2B5EF4-FFF2-40B4-BE49-F238E27FC236}">
                    <a16:creationId xmlns:a16="http://schemas.microsoft.com/office/drawing/2014/main" id="{9F7C0F2C-B581-402B-B4C4-6DFB71314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356A6B0D-707F-420B-BF4D-2CB60CCCA0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1" name="Rectangle 1060">
              <a:extLst>
                <a:ext uri="{FF2B5EF4-FFF2-40B4-BE49-F238E27FC236}">
                  <a16:creationId xmlns:a16="http://schemas.microsoft.com/office/drawing/2014/main" id="{F8B7A59E-D61A-4BEB-A38A-1E8E5EBB83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54" name="Rectangle 1053">
            <a:extLst>
              <a:ext uri="{FF2B5EF4-FFF2-40B4-BE49-F238E27FC236}">
                <a16:creationId xmlns:a16="http://schemas.microsoft.com/office/drawing/2014/main" id="{DD99E1B6-CBC4-4306-9DFC-847D6D135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0C057D37-3237-06CC-CA99-3851665DB6DE}"/>
              </a:ext>
            </a:extLst>
          </p:cNvPr>
          <p:cNvSpPr>
            <a:spLocks noGrp="1"/>
          </p:cNvSpPr>
          <p:nvPr>
            <p:ph type="ctrTitle"/>
          </p:nvPr>
        </p:nvSpPr>
        <p:spPr>
          <a:xfrm>
            <a:off x="540000" y="549276"/>
            <a:ext cx="4500561" cy="4259814"/>
          </a:xfrm>
        </p:spPr>
        <p:txBody>
          <a:bodyPr>
            <a:normAutofit/>
          </a:bodyPr>
          <a:lstStyle/>
          <a:p>
            <a:r>
              <a:rPr lang="de-DE" sz="6800"/>
              <a:t>Trauma als Katalysator</a:t>
            </a:r>
          </a:p>
        </p:txBody>
      </p:sp>
      <p:sp>
        <p:nvSpPr>
          <p:cNvPr id="3" name="Subtitle 2">
            <a:extLst>
              <a:ext uri="{FF2B5EF4-FFF2-40B4-BE49-F238E27FC236}">
                <a16:creationId xmlns:a16="http://schemas.microsoft.com/office/drawing/2014/main" id="{1FF63065-E75E-D494-F57D-65EE07DF4229}"/>
              </a:ext>
            </a:extLst>
          </p:cNvPr>
          <p:cNvSpPr>
            <a:spLocks noGrp="1"/>
          </p:cNvSpPr>
          <p:nvPr>
            <p:ph type="subTitle" idx="1"/>
          </p:nvPr>
        </p:nvSpPr>
        <p:spPr>
          <a:xfrm>
            <a:off x="540000" y="4988476"/>
            <a:ext cx="4500561" cy="1320249"/>
          </a:xfrm>
        </p:spPr>
        <p:txBody>
          <a:bodyPr>
            <a:normAutofit/>
          </a:bodyPr>
          <a:lstStyle/>
          <a:p>
            <a:r>
              <a:rPr lang="de-DE"/>
              <a:t>Quin Barnard</a:t>
            </a:r>
          </a:p>
          <a:p>
            <a:r>
              <a:rPr lang="de-DE"/>
              <a:t>den 14. Mai 2026 </a:t>
            </a:r>
          </a:p>
        </p:txBody>
      </p:sp>
      <p:pic>
        <p:nvPicPr>
          <p:cNvPr id="1026" name="Picture 2" descr="Die Zeitwaage: Erzählungen : Seiler, Lutz: Amazon.co.uk: Books">
            <a:extLst>
              <a:ext uri="{FF2B5EF4-FFF2-40B4-BE49-F238E27FC236}">
                <a16:creationId xmlns:a16="http://schemas.microsoft.com/office/drawing/2014/main" id="{C9BCE6FA-7CC2-D0D9-85ED-B57BFE360C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89" t="12088" r="2928" b="26099"/>
          <a:stretch>
            <a:fillRect/>
          </a:stretch>
        </p:blipFill>
        <p:spPr bwMode="auto">
          <a:xfrm>
            <a:off x="5848086" y="540000"/>
            <a:ext cx="5536386" cy="576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207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2" name="Rectangle 11">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0" name="Rectangle 19">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8" name="Rectangle 17">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014AE5D5-60E3-8514-0D0F-96477D7E769C}"/>
              </a:ext>
            </a:extLst>
          </p:cNvPr>
          <p:cNvSpPr>
            <a:spLocks noGrp="1"/>
          </p:cNvSpPr>
          <p:nvPr>
            <p:ph type="title"/>
          </p:nvPr>
        </p:nvSpPr>
        <p:spPr>
          <a:xfrm>
            <a:off x="550863" y="540001"/>
            <a:ext cx="11075080" cy="1809500"/>
          </a:xfrm>
        </p:spPr>
        <p:txBody>
          <a:bodyPr anchor="t">
            <a:normAutofit/>
          </a:bodyPr>
          <a:lstStyle/>
          <a:p>
            <a:r>
              <a:rPr lang="de-DE" dirty="0"/>
              <a:t>Soziale Trauma</a:t>
            </a:r>
          </a:p>
        </p:txBody>
      </p:sp>
      <p:graphicFrame>
        <p:nvGraphicFramePr>
          <p:cNvPr id="5" name="Content Placeholder 2">
            <a:extLst>
              <a:ext uri="{FF2B5EF4-FFF2-40B4-BE49-F238E27FC236}">
                <a16:creationId xmlns:a16="http://schemas.microsoft.com/office/drawing/2014/main" id="{9300F79F-C36F-10DF-470F-3590F1B1AF7D}"/>
              </a:ext>
            </a:extLst>
          </p:cNvPr>
          <p:cNvGraphicFramePr>
            <a:graphicFrameLocks noGrp="1"/>
          </p:cNvGraphicFramePr>
          <p:nvPr>
            <p:ph idx="1"/>
            <p:extLst>
              <p:ext uri="{D42A27DB-BD31-4B8C-83A1-F6EECF244321}">
                <p14:modId xmlns:p14="http://schemas.microsoft.com/office/powerpoint/2010/main" val="44055886"/>
              </p:ext>
            </p:extLst>
          </p:nvPr>
        </p:nvGraphicFramePr>
        <p:xfrm>
          <a:off x="539750" y="2528888"/>
          <a:ext cx="11101388" cy="3779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3682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BA10581-08F2-4D9E-8CB4-07ECFEE95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9E2092A-4250-4BDD-AC6C-CA57E30DD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266875" cy="6858000"/>
            <a:chOff x="0" y="0"/>
            <a:chExt cx="7266875" cy="6858000"/>
          </a:xfrm>
        </p:grpSpPr>
        <p:sp>
          <p:nvSpPr>
            <p:cNvPr id="11" name="Freeform: Shape 10">
              <a:extLst>
                <a:ext uri="{FF2B5EF4-FFF2-40B4-BE49-F238E27FC236}">
                  <a16:creationId xmlns:a16="http://schemas.microsoft.com/office/drawing/2014/main" id="{FA1EE7D2-EB27-4C6C-8E54-CBCDDCA178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3600"/>
              <a:ext cx="7266875" cy="6854400"/>
            </a:xfrm>
            <a:custGeom>
              <a:avLst/>
              <a:gdLst>
                <a:gd name="connsiteX0" fmla="*/ 3839675 w 7266875"/>
                <a:gd name="connsiteY0" fmla="*/ 0 h 6854400"/>
                <a:gd name="connsiteX1" fmla="*/ 7266875 w 7266875"/>
                <a:gd name="connsiteY1" fmla="*/ 3427200 h 6854400"/>
                <a:gd name="connsiteX2" fmla="*/ 3839675 w 7266875"/>
                <a:gd name="connsiteY2" fmla="*/ 6854400 h 6854400"/>
                <a:gd name="connsiteX3" fmla="*/ 3489264 w 7266875"/>
                <a:gd name="connsiteY3" fmla="*/ 6836706 h 6854400"/>
                <a:gd name="connsiteX4" fmla="*/ 3327588 w 7266875"/>
                <a:gd name="connsiteY4" fmla="*/ 6816161 h 6854400"/>
                <a:gd name="connsiteX5" fmla="*/ 3174464 w 7266875"/>
                <a:gd name="connsiteY5" fmla="*/ 6839531 h 6854400"/>
                <a:gd name="connsiteX6" fmla="*/ 2880000 w 7266875"/>
                <a:gd name="connsiteY6" fmla="*/ 6854400 h 6854400"/>
                <a:gd name="connsiteX7" fmla="*/ 0 w 7266875"/>
                <a:gd name="connsiteY7" fmla="*/ 3974400 h 6854400"/>
                <a:gd name="connsiteX8" fmla="*/ 226325 w 7266875"/>
                <a:gd name="connsiteY8" fmla="*/ 2853374 h 6854400"/>
                <a:gd name="connsiteX9" fmla="*/ 258015 w 7266875"/>
                <a:gd name="connsiteY9" fmla="*/ 2787590 h 6854400"/>
                <a:gd name="connsiteX10" fmla="*/ 224445 w 7266875"/>
                <a:gd name="connsiteY10" fmla="*/ 2657030 h 6854400"/>
                <a:gd name="connsiteX11" fmla="*/ 180561 w 7266875"/>
                <a:gd name="connsiteY11" fmla="*/ 2221714 h 6854400"/>
                <a:gd name="connsiteX12" fmla="*/ 2340561 w 7266875"/>
                <a:gd name="connsiteY12" fmla="*/ 61714 h 6854400"/>
                <a:gd name="connsiteX13" fmla="*/ 2828370 w 7266875"/>
                <a:gd name="connsiteY13" fmla="*/ 117025 h 6854400"/>
                <a:gd name="connsiteX14" fmla="*/ 2891183 w 7266875"/>
                <a:gd name="connsiteY14" fmla="*/ 134017 h 6854400"/>
                <a:gd name="connsiteX15" fmla="*/ 2983165 w 7266875"/>
                <a:gd name="connsiteY15" fmla="*/ 107897 h 6854400"/>
                <a:gd name="connsiteX16" fmla="*/ 3839675 w 7266875"/>
                <a:gd name="connsiteY16" fmla="*/ 0 h 685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66875" h="6854400">
                  <a:moveTo>
                    <a:pt x="3839675" y="0"/>
                  </a:moveTo>
                  <a:cubicBezTo>
                    <a:pt x="5732465" y="0"/>
                    <a:pt x="7266875" y="1534410"/>
                    <a:pt x="7266875" y="3427200"/>
                  </a:cubicBezTo>
                  <a:cubicBezTo>
                    <a:pt x="7266875" y="5319990"/>
                    <a:pt x="5732465" y="6854400"/>
                    <a:pt x="3839675" y="6854400"/>
                  </a:cubicBezTo>
                  <a:cubicBezTo>
                    <a:pt x="3721376" y="6854400"/>
                    <a:pt x="3604476" y="6848406"/>
                    <a:pt x="3489264" y="6836706"/>
                  </a:cubicBezTo>
                  <a:lnTo>
                    <a:pt x="3327588" y="6816161"/>
                  </a:lnTo>
                  <a:lnTo>
                    <a:pt x="3174464" y="6839531"/>
                  </a:lnTo>
                  <a:cubicBezTo>
                    <a:pt x="3077646" y="6849363"/>
                    <a:pt x="2979412" y="6854400"/>
                    <a:pt x="2880000" y="6854400"/>
                  </a:cubicBezTo>
                  <a:cubicBezTo>
                    <a:pt x="1289420" y="6854400"/>
                    <a:pt x="0" y="5564980"/>
                    <a:pt x="0" y="3974400"/>
                  </a:cubicBezTo>
                  <a:cubicBezTo>
                    <a:pt x="0" y="3576755"/>
                    <a:pt x="80589" y="3197933"/>
                    <a:pt x="226325" y="2853374"/>
                  </a:cubicBezTo>
                  <a:lnTo>
                    <a:pt x="258015" y="2787590"/>
                  </a:lnTo>
                  <a:lnTo>
                    <a:pt x="224445" y="2657030"/>
                  </a:lnTo>
                  <a:cubicBezTo>
                    <a:pt x="195672" y="2516419"/>
                    <a:pt x="180561" y="2370831"/>
                    <a:pt x="180561" y="2221714"/>
                  </a:cubicBezTo>
                  <a:cubicBezTo>
                    <a:pt x="180561" y="1028779"/>
                    <a:pt x="1147626" y="61714"/>
                    <a:pt x="2340561" y="61714"/>
                  </a:cubicBezTo>
                  <a:cubicBezTo>
                    <a:pt x="2508318" y="61714"/>
                    <a:pt x="2671608" y="80838"/>
                    <a:pt x="2828370" y="117025"/>
                  </a:cubicBezTo>
                  <a:lnTo>
                    <a:pt x="2891183" y="134017"/>
                  </a:lnTo>
                  <a:lnTo>
                    <a:pt x="2983165" y="107897"/>
                  </a:lnTo>
                  <a:cubicBezTo>
                    <a:pt x="3256928" y="37461"/>
                    <a:pt x="3543927" y="0"/>
                    <a:pt x="3839675" y="0"/>
                  </a:cubicBezTo>
                  <a:close/>
                </a:path>
              </a:pathLst>
            </a:custGeom>
            <a:solidFill>
              <a:schemeClr val="bg2">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A73CF8FD-0917-4279-B6E7-120EE392F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1094400"/>
              <a:ext cx="5760000" cy="5760000"/>
            </a:xfrm>
            <a:prstGeom prst="ellipse">
              <a:avLst/>
            </a:prstGeom>
            <a:solidFill>
              <a:schemeClr val="accent1">
                <a:alpha val="4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3A3FA15-CF3D-4F2B-BB5C-18E5DB3057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180561" y="61714"/>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776AED5-83E6-4A3D-B609-7CCABAD440D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12475" y="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63DB2153-9667-8EA3-FAA1-992CD93ABE49}"/>
              </a:ext>
            </a:extLst>
          </p:cNvPr>
          <p:cNvSpPr>
            <a:spLocks noGrp="1"/>
          </p:cNvSpPr>
          <p:nvPr>
            <p:ph type="title"/>
          </p:nvPr>
        </p:nvSpPr>
        <p:spPr>
          <a:xfrm>
            <a:off x="540000" y="833015"/>
            <a:ext cx="5958000" cy="5202026"/>
          </a:xfrm>
        </p:spPr>
        <p:txBody>
          <a:bodyPr anchor="ctr">
            <a:normAutofit/>
          </a:bodyPr>
          <a:lstStyle/>
          <a:p>
            <a:pPr algn="ctr"/>
            <a:r>
              <a:rPr lang="de-DE" sz="8800"/>
              <a:t>Textseite 264</a:t>
            </a:r>
          </a:p>
        </p:txBody>
      </p:sp>
      <p:sp>
        <p:nvSpPr>
          <p:cNvPr id="3" name="Content Placeholder 2">
            <a:extLst>
              <a:ext uri="{FF2B5EF4-FFF2-40B4-BE49-F238E27FC236}">
                <a16:creationId xmlns:a16="http://schemas.microsoft.com/office/drawing/2014/main" id="{8CCA89F6-402B-9A4A-2A0D-95A6C03FD246}"/>
              </a:ext>
            </a:extLst>
          </p:cNvPr>
          <p:cNvSpPr>
            <a:spLocks noGrp="1"/>
          </p:cNvSpPr>
          <p:nvPr>
            <p:ph idx="1"/>
          </p:nvPr>
        </p:nvSpPr>
        <p:spPr>
          <a:xfrm>
            <a:off x="7104062" y="540347"/>
            <a:ext cx="4537075" cy="5760000"/>
          </a:xfrm>
        </p:spPr>
        <p:txBody>
          <a:bodyPr anchor="ctr">
            <a:normAutofit/>
          </a:bodyPr>
          <a:lstStyle/>
          <a:p>
            <a:pPr marL="0" indent="0">
              <a:lnSpc>
                <a:spcPct val="115000"/>
              </a:lnSpc>
              <a:buNone/>
            </a:pPr>
            <a:r>
              <a:rPr lang="de-DE" sz="1500" i="1" dirty="0"/>
              <a:t>„Mieter, die auf mein umständliches, ohrenbetäubendes Gehämmer aufmerksam geworden waren (ein paarmal hatte ich mich vergeblich gegen die Tür geworfen), kamen die Treppe herunter und erkundigten sich, ob ich für länger hier bleiben wolle. Bereits im Tonfall ihrer Frage lag meine Antwort bereit: Ja, das möchte ich, möchte ich gern, denn ich finde es gerade hier sehr schön, ich glaube, weil das Vorderhaus fehlt und die ganze Fläche ja </a:t>
            </a:r>
            <a:r>
              <a:rPr lang="de-DE" sz="1500" i="1" dirty="0" err="1"/>
              <a:t>volkommen</a:t>
            </a:r>
            <a:r>
              <a:rPr lang="de-DE" sz="1500" i="1" dirty="0"/>
              <a:t> von Büschen – ist das Holunder? –  Und sogar, wie ich gesehen habe, mit etwas weißem Flieder, altem Flieder bewachsen, und überhaupt, die Gartenbank und die Feuerstelle links vom Eingang, als gäbe es öfter einmal Hoffeste hier, unter den </a:t>
            </a:r>
            <a:r>
              <a:rPr lang="de-DE" sz="1500" i="1" dirty="0" err="1"/>
              <a:t>Hollunderbüschen</a:t>
            </a:r>
            <a:r>
              <a:rPr lang="de-DE" sz="1500" i="1" dirty="0"/>
              <a:t> … Daraufhin liehen mir die Mieter ihr Brecheisen aus.“</a:t>
            </a:r>
            <a:endParaRPr lang="en-US" sz="1500" i="1" dirty="0"/>
          </a:p>
          <a:p>
            <a:pPr>
              <a:lnSpc>
                <a:spcPct val="115000"/>
              </a:lnSpc>
            </a:pPr>
            <a:endParaRPr lang="de-DE" sz="1500" dirty="0"/>
          </a:p>
        </p:txBody>
      </p:sp>
    </p:spTree>
    <p:extLst>
      <p:ext uri="{BB962C8B-B14F-4D97-AF65-F5344CB8AC3E}">
        <p14:creationId xmlns:p14="http://schemas.microsoft.com/office/powerpoint/2010/main" val="1658365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88C64-C36F-3784-2CB0-2F803DEA42AC}"/>
              </a:ext>
            </a:extLst>
          </p:cNvPr>
          <p:cNvSpPr>
            <a:spLocks noGrp="1"/>
          </p:cNvSpPr>
          <p:nvPr>
            <p:ph type="title"/>
          </p:nvPr>
        </p:nvSpPr>
        <p:spPr/>
        <p:txBody>
          <a:bodyPr/>
          <a:lstStyle/>
          <a:p>
            <a:r>
              <a:rPr lang="de-DE" dirty="0"/>
              <a:t>Familie Trauma</a:t>
            </a:r>
          </a:p>
        </p:txBody>
      </p:sp>
      <p:sp>
        <p:nvSpPr>
          <p:cNvPr id="3" name="Content Placeholder 2">
            <a:extLst>
              <a:ext uri="{FF2B5EF4-FFF2-40B4-BE49-F238E27FC236}">
                <a16:creationId xmlns:a16="http://schemas.microsoft.com/office/drawing/2014/main" id="{3E146AF3-4EE0-5245-F979-389CF293096C}"/>
              </a:ext>
            </a:extLst>
          </p:cNvPr>
          <p:cNvSpPr>
            <a:spLocks noGrp="1"/>
          </p:cNvSpPr>
          <p:nvPr>
            <p:ph idx="1"/>
          </p:nvPr>
        </p:nvSpPr>
        <p:spPr/>
        <p:txBody>
          <a:bodyPr/>
          <a:lstStyle/>
          <a:p>
            <a:r>
              <a:rPr lang="de-DE" dirty="0"/>
              <a:t>Die Mutter ist von einer anderen Generation</a:t>
            </a:r>
          </a:p>
          <a:p>
            <a:r>
              <a:rPr lang="de-DE" dirty="0"/>
              <a:t>Die Großeltern sind „süßlich“ und „sauer“</a:t>
            </a:r>
          </a:p>
          <a:p>
            <a:r>
              <a:rPr lang="de-DE" dirty="0"/>
              <a:t>Identität beinhaltet Geschichte</a:t>
            </a:r>
          </a:p>
          <a:p>
            <a:r>
              <a:rPr lang="de-DE" dirty="0"/>
              <a:t>Wer will er eigentlich sein?</a:t>
            </a:r>
          </a:p>
          <a:p>
            <a:endParaRPr lang="de-DE" dirty="0"/>
          </a:p>
          <a:p>
            <a:endParaRPr lang="de-DE" dirty="0"/>
          </a:p>
        </p:txBody>
      </p:sp>
    </p:spTree>
    <p:extLst>
      <p:ext uri="{BB962C8B-B14F-4D97-AF65-F5344CB8AC3E}">
        <p14:creationId xmlns:p14="http://schemas.microsoft.com/office/powerpoint/2010/main" val="202066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2" name="Rectangle 11">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0" name="Rectangle 19">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8" name="Rectangle 17">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7908280F-22C1-95F3-61CD-25A61A2BA820}"/>
              </a:ext>
            </a:extLst>
          </p:cNvPr>
          <p:cNvSpPr>
            <a:spLocks noGrp="1"/>
          </p:cNvSpPr>
          <p:nvPr>
            <p:ph type="title"/>
          </p:nvPr>
        </p:nvSpPr>
        <p:spPr>
          <a:xfrm>
            <a:off x="550863" y="540001"/>
            <a:ext cx="11075080" cy="1809500"/>
          </a:xfrm>
        </p:spPr>
        <p:txBody>
          <a:bodyPr anchor="t">
            <a:normAutofit/>
          </a:bodyPr>
          <a:lstStyle/>
          <a:p>
            <a:r>
              <a:rPr lang="de-DE"/>
              <a:t>Der Arbeiter</a:t>
            </a:r>
            <a:endParaRPr lang="de-DE" dirty="0"/>
          </a:p>
        </p:txBody>
      </p:sp>
      <p:graphicFrame>
        <p:nvGraphicFramePr>
          <p:cNvPr id="24" name="Content Placeholder 2">
            <a:extLst>
              <a:ext uri="{FF2B5EF4-FFF2-40B4-BE49-F238E27FC236}">
                <a16:creationId xmlns:a16="http://schemas.microsoft.com/office/drawing/2014/main" id="{4031EADD-1AD6-0F33-3489-B5A1953FFBB0}"/>
              </a:ext>
            </a:extLst>
          </p:cNvPr>
          <p:cNvGraphicFramePr>
            <a:graphicFrameLocks noGrp="1"/>
          </p:cNvGraphicFramePr>
          <p:nvPr>
            <p:ph idx="1"/>
            <p:extLst>
              <p:ext uri="{D42A27DB-BD31-4B8C-83A1-F6EECF244321}">
                <p14:modId xmlns:p14="http://schemas.microsoft.com/office/powerpoint/2010/main" val="1548205973"/>
              </p:ext>
            </p:extLst>
          </p:nvPr>
        </p:nvGraphicFramePr>
        <p:xfrm>
          <a:off x="539750" y="2528888"/>
          <a:ext cx="11101388" cy="3779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2566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CCB2-3902-EE8A-E149-43BE52B88FC4}"/>
              </a:ext>
            </a:extLst>
          </p:cNvPr>
          <p:cNvSpPr>
            <a:spLocks noGrp="1"/>
          </p:cNvSpPr>
          <p:nvPr>
            <p:ph type="title"/>
          </p:nvPr>
        </p:nvSpPr>
        <p:spPr/>
        <p:txBody>
          <a:bodyPr/>
          <a:lstStyle/>
          <a:p>
            <a:r>
              <a:rPr lang="de-DE" dirty="0"/>
              <a:t>Die Uhr</a:t>
            </a:r>
          </a:p>
        </p:txBody>
      </p:sp>
      <p:sp>
        <p:nvSpPr>
          <p:cNvPr id="3" name="Content Placeholder 2">
            <a:extLst>
              <a:ext uri="{FF2B5EF4-FFF2-40B4-BE49-F238E27FC236}">
                <a16:creationId xmlns:a16="http://schemas.microsoft.com/office/drawing/2014/main" id="{0A05CFC4-309B-FD2D-1B54-4619C6D5F902}"/>
              </a:ext>
            </a:extLst>
          </p:cNvPr>
          <p:cNvSpPr>
            <a:spLocks noGrp="1"/>
          </p:cNvSpPr>
          <p:nvPr>
            <p:ph idx="1"/>
          </p:nvPr>
        </p:nvSpPr>
        <p:spPr/>
        <p:txBody>
          <a:bodyPr/>
          <a:lstStyle/>
          <a:p>
            <a:r>
              <a:rPr lang="de-DE" dirty="0"/>
              <a:t>Lebendig</a:t>
            </a:r>
          </a:p>
          <a:p>
            <a:r>
              <a:rPr lang="de-DE" dirty="0"/>
              <a:t>Die Zeit ist vor allem wichtig</a:t>
            </a:r>
          </a:p>
          <a:p>
            <a:r>
              <a:rPr lang="de-DE" dirty="0"/>
              <a:t>Zukunft von der Vergangenheit ermöglicht </a:t>
            </a:r>
          </a:p>
          <a:p>
            <a:r>
              <a:rPr lang="de-DE" dirty="0"/>
              <a:t>Messen der Zeit = Messen des Ich</a:t>
            </a:r>
          </a:p>
        </p:txBody>
      </p:sp>
    </p:spTree>
    <p:extLst>
      <p:ext uri="{BB962C8B-B14F-4D97-AF65-F5344CB8AC3E}">
        <p14:creationId xmlns:p14="http://schemas.microsoft.com/office/powerpoint/2010/main" val="1205280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F4E480B-94D6-46F9-A2B6-B98D311FD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1" name="Rectangle 10">
              <a:extLst>
                <a:ext uri="{FF2B5EF4-FFF2-40B4-BE49-F238E27FC236}">
                  <a16:creationId xmlns:a16="http://schemas.microsoft.com/office/drawing/2014/main" id="{07183CDE-91A1-40C3-8E80-66F89E1C2D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6756515-F9AA-46BD-8DD2-AA15BA492A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Oval 12">
              <a:extLst>
                <a:ext uri="{FF2B5EF4-FFF2-40B4-BE49-F238E27FC236}">
                  <a16:creationId xmlns:a16="http://schemas.microsoft.com/office/drawing/2014/main" id="{ABA365E2-8B71-408B-9092-0104216AC7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4" name="Group 13">
              <a:extLst>
                <a:ext uri="{FF2B5EF4-FFF2-40B4-BE49-F238E27FC236}">
                  <a16:creationId xmlns:a16="http://schemas.microsoft.com/office/drawing/2014/main" id="{BEDB8D7A-1BF6-4CDB-B93A-7736955F50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9" name="Rectangle 18">
                <a:extLst>
                  <a:ext uri="{FF2B5EF4-FFF2-40B4-BE49-F238E27FC236}">
                    <a16:creationId xmlns:a16="http://schemas.microsoft.com/office/drawing/2014/main" id="{5AACD774-5167-46C7-8A62-6E2FE4BE9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06E0F2D8-452E-48F9-9912-C47EAEAE1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5" name="Group 14">
              <a:extLst>
                <a:ext uri="{FF2B5EF4-FFF2-40B4-BE49-F238E27FC236}">
                  <a16:creationId xmlns:a16="http://schemas.microsoft.com/office/drawing/2014/main" id="{91FBBF95-430B-427C-A6E8-DB899217F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7" name="Rectangle 16">
                <a:extLst>
                  <a:ext uri="{FF2B5EF4-FFF2-40B4-BE49-F238E27FC236}">
                    <a16:creationId xmlns:a16="http://schemas.microsoft.com/office/drawing/2014/main" id="{BEE64698-3ED2-4395-B7FC-65248E437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FE20B1E1-CE09-4C2A-A3FB-DB8026C54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0CB2405B-A907-48B3-906A-FB3573C0B2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2" name="Rectangle 21">
            <a:extLst>
              <a:ext uri="{FF2B5EF4-FFF2-40B4-BE49-F238E27FC236}">
                <a16:creationId xmlns:a16="http://schemas.microsoft.com/office/drawing/2014/main" id="{6DC8E2D9-6729-4614-8667-C1016D318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4" name="Rectangle 23">
            <a:extLst>
              <a:ext uri="{FF2B5EF4-FFF2-40B4-BE49-F238E27FC236}">
                <a16:creationId xmlns:a16="http://schemas.microsoft.com/office/drawing/2014/main" id="{9C51935E-4A08-4AE4-8E13-F40CD3C4F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2A745492-95CF-4812-9BF8-F331CCF4E2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27" name="Oval 26">
              <a:extLst>
                <a:ext uri="{FF2B5EF4-FFF2-40B4-BE49-F238E27FC236}">
                  <a16:creationId xmlns:a16="http://schemas.microsoft.com/office/drawing/2014/main" id="{5EBA559C-9528-4DF6-97A9-9F1B15754E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88FD41A-2B00-4751-85D7-9C68D15D6B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7CDAE9A-F5BF-4BA9-B6CE-A87B6A8ECC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Freeform: Shape 30">
            <a:extLst>
              <a:ext uri="{FF2B5EF4-FFF2-40B4-BE49-F238E27FC236}">
                <a16:creationId xmlns:a16="http://schemas.microsoft.com/office/drawing/2014/main" id="{1AE9598F-D7DE-4210-9654-7305376240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6000" y="1"/>
            <a:ext cx="6858000" cy="6857999"/>
          </a:xfrm>
          <a:custGeom>
            <a:avLst/>
            <a:gdLst>
              <a:gd name="connsiteX0" fmla="*/ 3428961 w 6858000"/>
              <a:gd name="connsiteY0" fmla="*/ 0 h 6857999"/>
              <a:gd name="connsiteX1" fmla="*/ 3429042 w 6858000"/>
              <a:gd name="connsiteY1" fmla="*/ 0 h 6857999"/>
              <a:gd name="connsiteX2" fmla="*/ 3605457 w 6858000"/>
              <a:gd name="connsiteY2" fmla="*/ 4461 h 6857999"/>
              <a:gd name="connsiteX3" fmla="*/ 6858000 w 6858000"/>
              <a:gd name="connsiteY3" fmla="*/ 3429000 h 6857999"/>
              <a:gd name="connsiteX4" fmla="*/ 3429001 w 6858000"/>
              <a:gd name="connsiteY4" fmla="*/ 6857999 h 6857999"/>
              <a:gd name="connsiteX5" fmla="*/ 0 w 6858000"/>
              <a:gd name="connsiteY5" fmla="*/ 3429000 h 6857999"/>
              <a:gd name="connsiteX6" fmla="*/ 3252545 w 6858000"/>
              <a:gd name="connsiteY6" fmla="*/ 44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857999">
                <a:moveTo>
                  <a:pt x="3428961" y="0"/>
                </a:moveTo>
                <a:lnTo>
                  <a:pt x="3429042" y="0"/>
                </a:lnTo>
                <a:lnTo>
                  <a:pt x="3605457" y="4461"/>
                </a:lnTo>
                <a:cubicBezTo>
                  <a:pt x="5417236" y="96300"/>
                  <a:pt x="6858000" y="1594396"/>
                  <a:pt x="6858000" y="3429000"/>
                </a:cubicBezTo>
                <a:cubicBezTo>
                  <a:pt x="6858000" y="5322784"/>
                  <a:pt x="5322784" y="6857999"/>
                  <a:pt x="3429001" y="6857999"/>
                </a:cubicBezTo>
                <a:cubicBezTo>
                  <a:pt x="1535216" y="6857999"/>
                  <a:pt x="0" y="5322784"/>
                  <a:pt x="0" y="3429000"/>
                </a:cubicBezTo>
                <a:cubicBezTo>
                  <a:pt x="0" y="1594396"/>
                  <a:pt x="1440765" y="96300"/>
                  <a:pt x="3252545" y="4461"/>
                </a:cubicBezTo>
                <a:close/>
              </a:path>
            </a:pathLst>
          </a:custGeom>
          <a:solidFill>
            <a:srgbClr val="FFFFFF"/>
          </a:solidFill>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a:extLst>
              <a:ext uri="{FF2B5EF4-FFF2-40B4-BE49-F238E27FC236}">
                <a16:creationId xmlns:a16="http://schemas.microsoft.com/office/drawing/2014/main" id="{0D0172A9-6185-6E6F-BF1D-31CFCDDB46D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8775" t="19044" r="18621" b="19512"/>
          <a:stretch>
            <a:fillRect/>
          </a:stretch>
        </p:blipFill>
        <p:spPr>
          <a:xfrm>
            <a:off x="7200900" y="2314575"/>
            <a:ext cx="2253751" cy="2211998"/>
          </a:xfrm>
          <a:prstGeom prst="rect">
            <a:avLst/>
          </a:prstGeom>
        </p:spPr>
      </p:pic>
    </p:spTree>
    <p:extLst>
      <p:ext uri="{BB962C8B-B14F-4D97-AF65-F5344CB8AC3E}">
        <p14:creationId xmlns:p14="http://schemas.microsoft.com/office/powerpoint/2010/main" val="1701213123"/>
      </p:ext>
    </p:extLst>
  </p:cSld>
  <p:clrMapOvr>
    <a:masterClrMapping/>
  </p:clrMapOvr>
</p:sld>
</file>

<file path=ppt/theme/theme1.xml><?xml version="1.0" encoding="utf-8"?>
<a:theme xmlns:a="http://schemas.openxmlformats.org/drawingml/2006/main" name="GlowVTI">
  <a:themeElements>
    <a:clrScheme name="Glow">
      <a:dk1>
        <a:sysClr val="windowText" lastClr="000000"/>
      </a:dk1>
      <a:lt1>
        <a:sysClr val="window" lastClr="FFFFFF"/>
      </a:lt1>
      <a:dk2>
        <a:srgbClr val="000000"/>
      </a:dk2>
      <a:lt2>
        <a:srgbClr val="F2F2F2"/>
      </a:lt2>
      <a:accent1>
        <a:srgbClr val="00BAC8"/>
      </a:accent1>
      <a:accent2>
        <a:srgbClr val="794DFF"/>
      </a:accent2>
      <a:accent3>
        <a:srgbClr val="00D17D"/>
      </a:accent3>
      <a:accent4>
        <a:srgbClr val="E69500"/>
      </a:accent4>
      <a:accent5>
        <a:srgbClr val="FE5D21"/>
      </a:accent5>
      <a:accent6>
        <a:srgbClr val="404040"/>
      </a:accent6>
      <a:hlink>
        <a:srgbClr val="3E8FF1"/>
      </a:hlink>
      <a:folHlink>
        <a:srgbClr val="939393"/>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A0BD3508104B428AF67C615BE3B437" ma:contentTypeVersion="6" ma:contentTypeDescription="Create a new document." ma:contentTypeScope="" ma:versionID="24114cf2e7ef4c46b161d07d6c7e25f8">
  <xsd:schema xmlns:xsd="http://www.w3.org/2001/XMLSchema" xmlns:xs="http://www.w3.org/2001/XMLSchema" xmlns:p="http://schemas.microsoft.com/office/2006/metadata/properties" xmlns:ns3="8ace2058-f70a-4520-a2cc-a7ded0f71ece" targetNamespace="http://schemas.microsoft.com/office/2006/metadata/properties" ma:root="true" ma:fieldsID="a138081577d3b5b5fa458ac30bb45583" ns3:_="">
    <xsd:import namespace="8ace2058-f70a-4520-a2cc-a7ded0f71ec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ce2058-f70a-4520-a2cc-a7ded0f71e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ace2058-f70a-4520-a2cc-a7ded0f71ece" xsi:nil="true"/>
  </documentManagement>
</p:properties>
</file>

<file path=customXml/itemProps1.xml><?xml version="1.0" encoding="utf-8"?>
<ds:datastoreItem xmlns:ds="http://schemas.openxmlformats.org/officeDocument/2006/customXml" ds:itemID="{EE0AA2F6-4A80-4FDB-876B-6D558B0E0D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ce2058-f70a-4520-a2cc-a7ded0f71e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272B598-E749-4FA8-B5B8-A41A6E1BB7E5}">
  <ds:schemaRefs>
    <ds:schemaRef ds:uri="http://schemas.microsoft.com/sharepoint/v3/contenttype/forms"/>
  </ds:schemaRefs>
</ds:datastoreItem>
</file>

<file path=customXml/itemProps3.xml><?xml version="1.0" encoding="utf-8"?>
<ds:datastoreItem xmlns:ds="http://schemas.openxmlformats.org/officeDocument/2006/customXml" ds:itemID="{1BE42617-5CF5-44E6-8623-B29C79E8BFEA}">
  <ds:schemaRefs>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http://schemas.openxmlformats.org/package/2006/metadata/core-properties"/>
    <ds:schemaRef ds:uri="http://purl.org/dc/elements/1.1/"/>
    <ds:schemaRef ds:uri="8ace2058-f70a-4520-a2cc-a7ded0f71ece"/>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22</TotalTime>
  <Words>269</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Avenir Next LT Pro</vt:lpstr>
      <vt:lpstr>Bell MT</vt:lpstr>
      <vt:lpstr>GlowVTI</vt:lpstr>
      <vt:lpstr>Trauma als Katalysator</vt:lpstr>
      <vt:lpstr>Soziale Trauma</vt:lpstr>
      <vt:lpstr>Textseite 264</vt:lpstr>
      <vt:lpstr>Familie Trauma</vt:lpstr>
      <vt:lpstr>Der Arbeiter</vt:lpstr>
      <vt:lpstr>Die Uhr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Barnard, QC, Mr [27902277@sun.ac.za]</dc:creator>
  <cp:lastModifiedBy>Barnard, QC, Mr [27902277@sun.ac.za]</cp:lastModifiedBy>
  <cp:revision>1</cp:revision>
  <dcterms:created xsi:type="dcterms:W3CDTF">2026-05-12T14:02:50Z</dcterms:created>
  <dcterms:modified xsi:type="dcterms:W3CDTF">2026-05-12T14:25:42Z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0x010100FAA0BD3508104B428AF67C615BE3B437</vt:lpwstr>
  </property>
</Properties>
</file>