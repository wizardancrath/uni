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  <p:sldMasterId id="2147483686" r:id="rId2"/>
    <p:sldMasterId id="2147483674" r:id="rId3"/>
  </p:sldMasterIdLst>
  <p:notesMasterIdLst>
    <p:notesMasterId r:id="rId11"/>
  </p:notesMasterIdLst>
  <p:handoutMasterIdLst>
    <p:handoutMasterId r:id="rId12"/>
  </p:handoutMasterIdLst>
  <p:sldIdLst>
    <p:sldId id="256" r:id="rId4"/>
    <p:sldId id="257" r:id="rId5"/>
    <p:sldId id="258" r:id="rId6"/>
    <p:sldId id="259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9" autoAdjust="0"/>
    <p:restoredTop sz="94673" autoAdjust="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theme" Target="theme/theme1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54A06A1-3574-4AD6-863C-ED13260A21EA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4430DFD1-D1FC-475B-9419-A010176BAD14}">
      <dgm:prSet/>
      <dgm:spPr/>
      <dgm:t>
        <a:bodyPr/>
        <a:lstStyle/>
        <a:p>
          <a:r>
            <a:rPr lang="de-DE" b="0" baseline="0" dirty="0"/>
            <a:t>Vollsätze</a:t>
          </a:r>
          <a:endParaRPr lang="en-US" dirty="0"/>
        </a:p>
      </dgm:t>
    </dgm:pt>
    <dgm:pt modelId="{F5110CE4-1D43-4CEA-9100-B4175B56AAAB}" type="parTrans" cxnId="{60EE636B-94B8-465C-BED9-34E76F5DB3DD}">
      <dgm:prSet/>
      <dgm:spPr/>
      <dgm:t>
        <a:bodyPr/>
        <a:lstStyle/>
        <a:p>
          <a:endParaRPr lang="en-US"/>
        </a:p>
      </dgm:t>
    </dgm:pt>
    <dgm:pt modelId="{FC08A0EE-594C-4C8A-9FDE-DA03F1063F9A}" type="sibTrans" cxnId="{60EE636B-94B8-465C-BED9-34E76F5DB3DD}">
      <dgm:prSet/>
      <dgm:spPr/>
      <dgm:t>
        <a:bodyPr/>
        <a:lstStyle/>
        <a:p>
          <a:endParaRPr lang="en-US"/>
        </a:p>
      </dgm:t>
    </dgm:pt>
    <dgm:pt modelId="{A133EB5A-B109-403E-95E9-E218F2F977C5}">
      <dgm:prSet/>
      <dgm:spPr/>
      <dgm:t>
        <a:bodyPr/>
        <a:lstStyle/>
        <a:p>
          <a:r>
            <a:rPr lang="de-DE" b="0" baseline="0" dirty="0"/>
            <a:t>Eine lange Strophe mit 12 Versen </a:t>
          </a:r>
          <a:endParaRPr lang="en-US" dirty="0"/>
        </a:p>
      </dgm:t>
    </dgm:pt>
    <dgm:pt modelId="{DABECB48-6017-4EE1-99DE-1CFCD0227077}" type="parTrans" cxnId="{A52E5A68-2C77-4E97-8A2B-2FD0C9B777E7}">
      <dgm:prSet/>
      <dgm:spPr/>
      <dgm:t>
        <a:bodyPr/>
        <a:lstStyle/>
        <a:p>
          <a:endParaRPr lang="en-US"/>
        </a:p>
      </dgm:t>
    </dgm:pt>
    <dgm:pt modelId="{1441EE48-0CBB-4D90-8EE4-2037DF0E61BA}" type="sibTrans" cxnId="{A52E5A68-2C77-4E97-8A2B-2FD0C9B777E7}">
      <dgm:prSet/>
      <dgm:spPr/>
      <dgm:t>
        <a:bodyPr/>
        <a:lstStyle/>
        <a:p>
          <a:endParaRPr lang="en-US"/>
        </a:p>
      </dgm:t>
    </dgm:pt>
    <dgm:pt modelId="{28CC8713-FA0B-42CA-9367-3657F123F862}">
      <dgm:prSet/>
      <dgm:spPr/>
      <dgm:t>
        <a:bodyPr/>
        <a:lstStyle/>
        <a:p>
          <a:r>
            <a:rPr lang="de-DE" b="0" baseline="0" dirty="0"/>
            <a:t>Kein Reim, keine feste Verslänge</a:t>
          </a:r>
          <a:endParaRPr lang="en-US" dirty="0"/>
        </a:p>
      </dgm:t>
    </dgm:pt>
    <dgm:pt modelId="{2E2D97FC-EE29-4700-BE77-37DDD0892C22}" type="parTrans" cxnId="{473F6C40-9B18-4D6F-9D3B-D117D0504263}">
      <dgm:prSet/>
      <dgm:spPr/>
      <dgm:t>
        <a:bodyPr/>
        <a:lstStyle/>
        <a:p>
          <a:endParaRPr lang="en-US"/>
        </a:p>
      </dgm:t>
    </dgm:pt>
    <dgm:pt modelId="{E20045FC-6D34-4CE2-BE87-C06211A99D1A}" type="sibTrans" cxnId="{473F6C40-9B18-4D6F-9D3B-D117D0504263}">
      <dgm:prSet/>
      <dgm:spPr/>
      <dgm:t>
        <a:bodyPr/>
        <a:lstStyle/>
        <a:p>
          <a:endParaRPr lang="en-US"/>
        </a:p>
      </dgm:t>
    </dgm:pt>
    <dgm:pt modelId="{8C677B8E-EEAE-4E2F-9CF9-E30F19520844}">
      <dgm:prSet/>
      <dgm:spPr/>
      <dgm:t>
        <a:bodyPr/>
        <a:lstStyle/>
        <a:p>
          <a:r>
            <a:rPr lang="de-DE" b="0" baseline="0"/>
            <a:t>Sprache ist (fast) alltäglich</a:t>
          </a:r>
          <a:endParaRPr lang="en-US"/>
        </a:p>
      </dgm:t>
    </dgm:pt>
    <dgm:pt modelId="{3F848072-7081-473C-BDE8-416D0E20E01F}" type="parTrans" cxnId="{2787D659-8578-4523-BF7C-595551990866}">
      <dgm:prSet/>
      <dgm:spPr/>
      <dgm:t>
        <a:bodyPr/>
        <a:lstStyle/>
        <a:p>
          <a:endParaRPr lang="de-DE"/>
        </a:p>
      </dgm:t>
    </dgm:pt>
    <dgm:pt modelId="{C10452C2-9A77-4099-BD7F-2AFB86FDB757}" type="sibTrans" cxnId="{2787D659-8578-4523-BF7C-595551990866}">
      <dgm:prSet/>
      <dgm:spPr/>
      <dgm:t>
        <a:bodyPr/>
        <a:lstStyle/>
        <a:p>
          <a:endParaRPr lang="de-DE"/>
        </a:p>
      </dgm:t>
    </dgm:pt>
    <dgm:pt modelId="{B3B44C63-07C4-44BA-93E8-4C69B83BC88D}" type="pres">
      <dgm:prSet presAssocID="{554A06A1-3574-4AD6-863C-ED13260A21EA}" presName="linear" presStyleCnt="0">
        <dgm:presLayoutVars>
          <dgm:dir/>
          <dgm:animLvl val="lvl"/>
          <dgm:resizeHandles val="exact"/>
        </dgm:presLayoutVars>
      </dgm:prSet>
      <dgm:spPr/>
    </dgm:pt>
    <dgm:pt modelId="{97369A32-C33E-471B-8743-C4D329CF8B59}" type="pres">
      <dgm:prSet presAssocID="{4430DFD1-D1FC-475B-9419-A010176BAD14}" presName="parentLin" presStyleCnt="0"/>
      <dgm:spPr/>
    </dgm:pt>
    <dgm:pt modelId="{1E95FD5E-D95C-456D-B456-8FCBD052B0BA}" type="pres">
      <dgm:prSet presAssocID="{4430DFD1-D1FC-475B-9419-A010176BAD14}" presName="parentLeftMargin" presStyleLbl="node1" presStyleIdx="0" presStyleCnt="4"/>
      <dgm:spPr/>
    </dgm:pt>
    <dgm:pt modelId="{9492C2B2-839C-4527-8464-272BCCBC3B43}" type="pres">
      <dgm:prSet presAssocID="{4430DFD1-D1FC-475B-9419-A010176BAD1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C806F76-B74B-4930-8225-42E390D198C2}" type="pres">
      <dgm:prSet presAssocID="{4430DFD1-D1FC-475B-9419-A010176BAD14}" presName="negativeSpace" presStyleCnt="0"/>
      <dgm:spPr/>
    </dgm:pt>
    <dgm:pt modelId="{BCDED321-67A9-4A14-A051-F2CBDA979A33}" type="pres">
      <dgm:prSet presAssocID="{4430DFD1-D1FC-475B-9419-A010176BAD14}" presName="childText" presStyleLbl="conFgAcc1" presStyleIdx="0" presStyleCnt="4">
        <dgm:presLayoutVars>
          <dgm:bulletEnabled val="1"/>
        </dgm:presLayoutVars>
      </dgm:prSet>
      <dgm:spPr/>
    </dgm:pt>
    <dgm:pt modelId="{8B8EEB20-D157-48CE-8D9A-66AFC06ADE13}" type="pres">
      <dgm:prSet presAssocID="{FC08A0EE-594C-4C8A-9FDE-DA03F1063F9A}" presName="spaceBetweenRectangles" presStyleCnt="0"/>
      <dgm:spPr/>
    </dgm:pt>
    <dgm:pt modelId="{7A73A884-CA16-485B-B82B-2E6C3FC8EC6D}" type="pres">
      <dgm:prSet presAssocID="{8C677B8E-EEAE-4E2F-9CF9-E30F19520844}" presName="parentLin" presStyleCnt="0"/>
      <dgm:spPr/>
    </dgm:pt>
    <dgm:pt modelId="{EF46E4C4-ECBF-4D05-8B92-8C5D7DED2BC3}" type="pres">
      <dgm:prSet presAssocID="{8C677B8E-EEAE-4E2F-9CF9-E30F19520844}" presName="parentLeftMargin" presStyleLbl="node1" presStyleIdx="0" presStyleCnt="4"/>
      <dgm:spPr/>
    </dgm:pt>
    <dgm:pt modelId="{F0C5AC39-C953-4F8B-99A4-DC9BA63C04F3}" type="pres">
      <dgm:prSet presAssocID="{8C677B8E-EEAE-4E2F-9CF9-E30F1952084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4FCBC73-3793-4DDC-AA13-66D8737ABA09}" type="pres">
      <dgm:prSet presAssocID="{8C677B8E-EEAE-4E2F-9CF9-E30F19520844}" presName="negativeSpace" presStyleCnt="0"/>
      <dgm:spPr/>
    </dgm:pt>
    <dgm:pt modelId="{02D0FB73-DB23-4117-A541-914DC27F99DB}" type="pres">
      <dgm:prSet presAssocID="{8C677B8E-EEAE-4E2F-9CF9-E30F19520844}" presName="childText" presStyleLbl="conFgAcc1" presStyleIdx="1" presStyleCnt="4">
        <dgm:presLayoutVars>
          <dgm:bulletEnabled val="1"/>
        </dgm:presLayoutVars>
      </dgm:prSet>
      <dgm:spPr/>
    </dgm:pt>
    <dgm:pt modelId="{02D99836-3F2F-4695-8879-01A5BEF76943}" type="pres">
      <dgm:prSet presAssocID="{C10452C2-9A77-4099-BD7F-2AFB86FDB757}" presName="spaceBetweenRectangles" presStyleCnt="0"/>
      <dgm:spPr/>
    </dgm:pt>
    <dgm:pt modelId="{07FFC736-73D9-40C6-807B-F0CB16DE0A33}" type="pres">
      <dgm:prSet presAssocID="{A133EB5A-B109-403E-95E9-E218F2F977C5}" presName="parentLin" presStyleCnt="0"/>
      <dgm:spPr/>
    </dgm:pt>
    <dgm:pt modelId="{1B24E1CA-E0DF-4873-B86E-5222EEC94DA1}" type="pres">
      <dgm:prSet presAssocID="{A133EB5A-B109-403E-95E9-E218F2F977C5}" presName="parentLeftMargin" presStyleLbl="node1" presStyleIdx="1" presStyleCnt="4"/>
      <dgm:spPr/>
    </dgm:pt>
    <dgm:pt modelId="{0FD99FC6-8423-455B-B8A8-6CDA88E1D9A0}" type="pres">
      <dgm:prSet presAssocID="{A133EB5A-B109-403E-95E9-E218F2F977C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0FE1B8C-BFBF-405F-A052-904CC404E5BD}" type="pres">
      <dgm:prSet presAssocID="{A133EB5A-B109-403E-95E9-E218F2F977C5}" presName="negativeSpace" presStyleCnt="0"/>
      <dgm:spPr/>
    </dgm:pt>
    <dgm:pt modelId="{E5D32E47-1792-462D-B3CB-C5AA50A5CD89}" type="pres">
      <dgm:prSet presAssocID="{A133EB5A-B109-403E-95E9-E218F2F977C5}" presName="childText" presStyleLbl="conFgAcc1" presStyleIdx="2" presStyleCnt="4">
        <dgm:presLayoutVars>
          <dgm:bulletEnabled val="1"/>
        </dgm:presLayoutVars>
      </dgm:prSet>
      <dgm:spPr/>
    </dgm:pt>
    <dgm:pt modelId="{BA071EEC-0AEC-4EF7-900D-680419D8D309}" type="pres">
      <dgm:prSet presAssocID="{1441EE48-0CBB-4D90-8EE4-2037DF0E61BA}" presName="spaceBetweenRectangles" presStyleCnt="0"/>
      <dgm:spPr/>
    </dgm:pt>
    <dgm:pt modelId="{C346AF8B-1426-464A-A647-2365C0ACC528}" type="pres">
      <dgm:prSet presAssocID="{28CC8713-FA0B-42CA-9367-3657F123F862}" presName="parentLin" presStyleCnt="0"/>
      <dgm:spPr/>
    </dgm:pt>
    <dgm:pt modelId="{51D259B2-186D-475F-84EC-2A2E7895CEDB}" type="pres">
      <dgm:prSet presAssocID="{28CC8713-FA0B-42CA-9367-3657F123F862}" presName="parentLeftMargin" presStyleLbl="node1" presStyleIdx="2" presStyleCnt="4"/>
      <dgm:spPr/>
    </dgm:pt>
    <dgm:pt modelId="{2566B2E0-1E04-4F1C-8E99-A367033BB465}" type="pres">
      <dgm:prSet presAssocID="{28CC8713-FA0B-42CA-9367-3657F123F862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AC25C86A-B196-4859-AC46-1716B42649F4}" type="pres">
      <dgm:prSet presAssocID="{28CC8713-FA0B-42CA-9367-3657F123F862}" presName="negativeSpace" presStyleCnt="0"/>
      <dgm:spPr/>
    </dgm:pt>
    <dgm:pt modelId="{8D28BBFC-B67E-4412-A8DC-CD4A64110C69}" type="pres">
      <dgm:prSet presAssocID="{28CC8713-FA0B-42CA-9367-3657F123F862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027CF700-3DC4-4B4E-92C6-5086BDC20091}" type="presOf" srcId="{4430DFD1-D1FC-475B-9419-A010176BAD14}" destId="{9492C2B2-839C-4527-8464-272BCCBC3B43}" srcOrd="1" destOrd="0" presId="urn:microsoft.com/office/officeart/2005/8/layout/list1"/>
    <dgm:cxn modelId="{DC943803-3BFB-4AA7-9FC8-45A3DF766F6A}" type="presOf" srcId="{A133EB5A-B109-403E-95E9-E218F2F977C5}" destId="{0FD99FC6-8423-455B-B8A8-6CDA88E1D9A0}" srcOrd="1" destOrd="0" presId="urn:microsoft.com/office/officeart/2005/8/layout/list1"/>
    <dgm:cxn modelId="{C5474E15-CD6E-4687-9CB2-481738627A94}" type="presOf" srcId="{8C677B8E-EEAE-4E2F-9CF9-E30F19520844}" destId="{F0C5AC39-C953-4F8B-99A4-DC9BA63C04F3}" srcOrd="1" destOrd="0" presId="urn:microsoft.com/office/officeart/2005/8/layout/list1"/>
    <dgm:cxn modelId="{C6CC362A-FA5E-4803-B98B-8A238B703837}" type="presOf" srcId="{4430DFD1-D1FC-475B-9419-A010176BAD14}" destId="{1E95FD5E-D95C-456D-B456-8FCBD052B0BA}" srcOrd="0" destOrd="0" presId="urn:microsoft.com/office/officeart/2005/8/layout/list1"/>
    <dgm:cxn modelId="{473F6C40-9B18-4D6F-9D3B-D117D0504263}" srcId="{554A06A1-3574-4AD6-863C-ED13260A21EA}" destId="{28CC8713-FA0B-42CA-9367-3657F123F862}" srcOrd="3" destOrd="0" parTransId="{2E2D97FC-EE29-4700-BE77-37DDD0892C22}" sibTransId="{E20045FC-6D34-4CE2-BE87-C06211A99D1A}"/>
    <dgm:cxn modelId="{9CAB555D-0001-4C69-9679-0AE2CB6C959A}" type="presOf" srcId="{28CC8713-FA0B-42CA-9367-3657F123F862}" destId="{51D259B2-186D-475F-84EC-2A2E7895CEDB}" srcOrd="0" destOrd="0" presId="urn:microsoft.com/office/officeart/2005/8/layout/list1"/>
    <dgm:cxn modelId="{A52E5A68-2C77-4E97-8A2B-2FD0C9B777E7}" srcId="{554A06A1-3574-4AD6-863C-ED13260A21EA}" destId="{A133EB5A-B109-403E-95E9-E218F2F977C5}" srcOrd="2" destOrd="0" parTransId="{DABECB48-6017-4EE1-99DE-1CFCD0227077}" sibTransId="{1441EE48-0CBB-4D90-8EE4-2037DF0E61BA}"/>
    <dgm:cxn modelId="{60EE636B-94B8-465C-BED9-34E76F5DB3DD}" srcId="{554A06A1-3574-4AD6-863C-ED13260A21EA}" destId="{4430DFD1-D1FC-475B-9419-A010176BAD14}" srcOrd="0" destOrd="0" parTransId="{F5110CE4-1D43-4CEA-9100-B4175B56AAAB}" sibTransId="{FC08A0EE-594C-4C8A-9FDE-DA03F1063F9A}"/>
    <dgm:cxn modelId="{1F541C51-045F-49CB-A41D-561CE52D80DC}" type="presOf" srcId="{28CC8713-FA0B-42CA-9367-3657F123F862}" destId="{2566B2E0-1E04-4F1C-8E99-A367033BB465}" srcOrd="1" destOrd="0" presId="urn:microsoft.com/office/officeart/2005/8/layout/list1"/>
    <dgm:cxn modelId="{2787D659-8578-4523-BF7C-595551990866}" srcId="{554A06A1-3574-4AD6-863C-ED13260A21EA}" destId="{8C677B8E-EEAE-4E2F-9CF9-E30F19520844}" srcOrd="1" destOrd="0" parTransId="{3F848072-7081-473C-BDE8-416D0E20E01F}" sibTransId="{C10452C2-9A77-4099-BD7F-2AFB86FDB757}"/>
    <dgm:cxn modelId="{B2270489-B014-490F-970B-E5B2D7C6646F}" type="presOf" srcId="{A133EB5A-B109-403E-95E9-E218F2F977C5}" destId="{1B24E1CA-E0DF-4873-B86E-5222EEC94DA1}" srcOrd="0" destOrd="0" presId="urn:microsoft.com/office/officeart/2005/8/layout/list1"/>
    <dgm:cxn modelId="{6C8177E0-A728-4D22-99FE-22558AF9D5CF}" type="presOf" srcId="{554A06A1-3574-4AD6-863C-ED13260A21EA}" destId="{B3B44C63-07C4-44BA-93E8-4C69B83BC88D}" srcOrd="0" destOrd="0" presId="urn:microsoft.com/office/officeart/2005/8/layout/list1"/>
    <dgm:cxn modelId="{265362E8-F6BB-4BA7-B591-37F0B982431C}" type="presOf" srcId="{8C677B8E-EEAE-4E2F-9CF9-E30F19520844}" destId="{EF46E4C4-ECBF-4D05-8B92-8C5D7DED2BC3}" srcOrd="0" destOrd="0" presId="urn:microsoft.com/office/officeart/2005/8/layout/list1"/>
    <dgm:cxn modelId="{F26757D2-7257-4AD4-B3F2-A3CC4C0BB691}" type="presParOf" srcId="{B3B44C63-07C4-44BA-93E8-4C69B83BC88D}" destId="{97369A32-C33E-471B-8743-C4D329CF8B59}" srcOrd="0" destOrd="0" presId="urn:microsoft.com/office/officeart/2005/8/layout/list1"/>
    <dgm:cxn modelId="{A47BC010-223A-4571-9AF9-2E091580DED6}" type="presParOf" srcId="{97369A32-C33E-471B-8743-C4D329CF8B59}" destId="{1E95FD5E-D95C-456D-B456-8FCBD052B0BA}" srcOrd="0" destOrd="0" presId="urn:microsoft.com/office/officeart/2005/8/layout/list1"/>
    <dgm:cxn modelId="{60482CC7-7A7B-41CD-A66E-BDAE97A824CB}" type="presParOf" srcId="{97369A32-C33E-471B-8743-C4D329CF8B59}" destId="{9492C2B2-839C-4527-8464-272BCCBC3B43}" srcOrd="1" destOrd="0" presId="urn:microsoft.com/office/officeart/2005/8/layout/list1"/>
    <dgm:cxn modelId="{0C331A54-6AB5-4069-94B4-B51492770CC6}" type="presParOf" srcId="{B3B44C63-07C4-44BA-93E8-4C69B83BC88D}" destId="{FC806F76-B74B-4930-8225-42E390D198C2}" srcOrd="1" destOrd="0" presId="urn:microsoft.com/office/officeart/2005/8/layout/list1"/>
    <dgm:cxn modelId="{A3E5C3B6-62E5-4F95-BAA0-675CEA9AC595}" type="presParOf" srcId="{B3B44C63-07C4-44BA-93E8-4C69B83BC88D}" destId="{BCDED321-67A9-4A14-A051-F2CBDA979A33}" srcOrd="2" destOrd="0" presId="urn:microsoft.com/office/officeart/2005/8/layout/list1"/>
    <dgm:cxn modelId="{495445B3-3494-44A8-9CB8-631F099AFE4F}" type="presParOf" srcId="{B3B44C63-07C4-44BA-93E8-4C69B83BC88D}" destId="{8B8EEB20-D157-48CE-8D9A-66AFC06ADE13}" srcOrd="3" destOrd="0" presId="urn:microsoft.com/office/officeart/2005/8/layout/list1"/>
    <dgm:cxn modelId="{B0E18F3A-1197-431D-8893-AD41CE41DAFD}" type="presParOf" srcId="{B3B44C63-07C4-44BA-93E8-4C69B83BC88D}" destId="{7A73A884-CA16-485B-B82B-2E6C3FC8EC6D}" srcOrd="4" destOrd="0" presId="urn:microsoft.com/office/officeart/2005/8/layout/list1"/>
    <dgm:cxn modelId="{6043EA03-E25E-497E-B8FC-B1FBD2A3740B}" type="presParOf" srcId="{7A73A884-CA16-485B-B82B-2E6C3FC8EC6D}" destId="{EF46E4C4-ECBF-4D05-8B92-8C5D7DED2BC3}" srcOrd="0" destOrd="0" presId="urn:microsoft.com/office/officeart/2005/8/layout/list1"/>
    <dgm:cxn modelId="{AD0FF29E-F3E1-446D-A813-321B1EFB6174}" type="presParOf" srcId="{7A73A884-CA16-485B-B82B-2E6C3FC8EC6D}" destId="{F0C5AC39-C953-4F8B-99A4-DC9BA63C04F3}" srcOrd="1" destOrd="0" presId="urn:microsoft.com/office/officeart/2005/8/layout/list1"/>
    <dgm:cxn modelId="{0027C26D-F4BF-4B8E-BE0C-AA0E55802055}" type="presParOf" srcId="{B3B44C63-07C4-44BA-93E8-4C69B83BC88D}" destId="{C4FCBC73-3793-4DDC-AA13-66D8737ABA09}" srcOrd="5" destOrd="0" presId="urn:microsoft.com/office/officeart/2005/8/layout/list1"/>
    <dgm:cxn modelId="{3B364E78-C83E-4061-8094-6FA8914AD423}" type="presParOf" srcId="{B3B44C63-07C4-44BA-93E8-4C69B83BC88D}" destId="{02D0FB73-DB23-4117-A541-914DC27F99DB}" srcOrd="6" destOrd="0" presId="urn:microsoft.com/office/officeart/2005/8/layout/list1"/>
    <dgm:cxn modelId="{671A4E52-B58C-42CC-98B2-22D62D9DEC0C}" type="presParOf" srcId="{B3B44C63-07C4-44BA-93E8-4C69B83BC88D}" destId="{02D99836-3F2F-4695-8879-01A5BEF76943}" srcOrd="7" destOrd="0" presId="urn:microsoft.com/office/officeart/2005/8/layout/list1"/>
    <dgm:cxn modelId="{D746D98C-D446-4DE4-A37F-D2ACEA255D2E}" type="presParOf" srcId="{B3B44C63-07C4-44BA-93E8-4C69B83BC88D}" destId="{07FFC736-73D9-40C6-807B-F0CB16DE0A33}" srcOrd="8" destOrd="0" presId="urn:microsoft.com/office/officeart/2005/8/layout/list1"/>
    <dgm:cxn modelId="{3653FAD7-3551-430A-A30F-A366B8C03FA6}" type="presParOf" srcId="{07FFC736-73D9-40C6-807B-F0CB16DE0A33}" destId="{1B24E1CA-E0DF-4873-B86E-5222EEC94DA1}" srcOrd="0" destOrd="0" presId="urn:microsoft.com/office/officeart/2005/8/layout/list1"/>
    <dgm:cxn modelId="{13184E0D-EC86-4922-877B-FCCB706E2835}" type="presParOf" srcId="{07FFC736-73D9-40C6-807B-F0CB16DE0A33}" destId="{0FD99FC6-8423-455B-B8A8-6CDA88E1D9A0}" srcOrd="1" destOrd="0" presId="urn:microsoft.com/office/officeart/2005/8/layout/list1"/>
    <dgm:cxn modelId="{C67034A9-76E3-4751-9457-825040A5B3A4}" type="presParOf" srcId="{B3B44C63-07C4-44BA-93E8-4C69B83BC88D}" destId="{00FE1B8C-BFBF-405F-A052-904CC404E5BD}" srcOrd="9" destOrd="0" presId="urn:microsoft.com/office/officeart/2005/8/layout/list1"/>
    <dgm:cxn modelId="{E358F7D7-BF06-4D18-8EC2-6D04DC638075}" type="presParOf" srcId="{B3B44C63-07C4-44BA-93E8-4C69B83BC88D}" destId="{E5D32E47-1792-462D-B3CB-C5AA50A5CD89}" srcOrd="10" destOrd="0" presId="urn:microsoft.com/office/officeart/2005/8/layout/list1"/>
    <dgm:cxn modelId="{1B2F410F-E27F-414D-9BE4-DA6380F14B40}" type="presParOf" srcId="{B3B44C63-07C4-44BA-93E8-4C69B83BC88D}" destId="{BA071EEC-0AEC-4EF7-900D-680419D8D309}" srcOrd="11" destOrd="0" presId="urn:microsoft.com/office/officeart/2005/8/layout/list1"/>
    <dgm:cxn modelId="{68437811-076C-434F-8E84-6DC6F0506AF4}" type="presParOf" srcId="{B3B44C63-07C4-44BA-93E8-4C69B83BC88D}" destId="{C346AF8B-1426-464A-A647-2365C0ACC528}" srcOrd="12" destOrd="0" presId="urn:microsoft.com/office/officeart/2005/8/layout/list1"/>
    <dgm:cxn modelId="{08EC8AEC-8B7B-4A93-A380-49BF8293454A}" type="presParOf" srcId="{C346AF8B-1426-464A-A647-2365C0ACC528}" destId="{51D259B2-186D-475F-84EC-2A2E7895CEDB}" srcOrd="0" destOrd="0" presId="urn:microsoft.com/office/officeart/2005/8/layout/list1"/>
    <dgm:cxn modelId="{32EAB3C6-E04F-4FC5-B0B8-1D7BB2D21FC2}" type="presParOf" srcId="{C346AF8B-1426-464A-A647-2365C0ACC528}" destId="{2566B2E0-1E04-4F1C-8E99-A367033BB465}" srcOrd="1" destOrd="0" presId="urn:microsoft.com/office/officeart/2005/8/layout/list1"/>
    <dgm:cxn modelId="{3FEE5D6C-4894-43D1-A319-E47AFCBDD810}" type="presParOf" srcId="{B3B44C63-07C4-44BA-93E8-4C69B83BC88D}" destId="{AC25C86A-B196-4859-AC46-1716B42649F4}" srcOrd="13" destOrd="0" presId="urn:microsoft.com/office/officeart/2005/8/layout/list1"/>
    <dgm:cxn modelId="{B881E8CB-D07B-4D28-885E-26B7D0B53E3F}" type="presParOf" srcId="{B3B44C63-07C4-44BA-93E8-4C69B83BC88D}" destId="{8D28BBFC-B67E-4412-A8DC-CD4A64110C69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DED321-67A9-4A14-A051-F2CBDA979A33}">
      <dsp:nvSpPr>
        <dsp:cNvPr id="0" name=""/>
        <dsp:cNvSpPr/>
      </dsp:nvSpPr>
      <dsp:spPr>
        <a:xfrm>
          <a:off x="0" y="1413165"/>
          <a:ext cx="5076826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92C2B2-839C-4527-8464-272BCCBC3B43}">
      <dsp:nvSpPr>
        <dsp:cNvPr id="0" name=""/>
        <dsp:cNvSpPr/>
      </dsp:nvSpPr>
      <dsp:spPr>
        <a:xfrm>
          <a:off x="253841" y="1191765"/>
          <a:ext cx="3553778" cy="4428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4324" tIns="0" rIns="134324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b="0" kern="1200" baseline="0" dirty="0"/>
            <a:t>Vollsätze</a:t>
          </a:r>
          <a:endParaRPr lang="en-US" sz="1500" kern="1200" dirty="0"/>
        </a:p>
      </dsp:txBody>
      <dsp:txXfrm>
        <a:off x="275457" y="1213381"/>
        <a:ext cx="3510546" cy="399568"/>
      </dsp:txXfrm>
    </dsp:sp>
    <dsp:sp modelId="{02D0FB73-DB23-4117-A541-914DC27F99DB}">
      <dsp:nvSpPr>
        <dsp:cNvPr id="0" name=""/>
        <dsp:cNvSpPr/>
      </dsp:nvSpPr>
      <dsp:spPr>
        <a:xfrm>
          <a:off x="0" y="2093565"/>
          <a:ext cx="5076826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265628"/>
              <a:satOff val="4257"/>
              <a:lumOff val="385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C5AC39-C953-4F8B-99A4-DC9BA63C04F3}">
      <dsp:nvSpPr>
        <dsp:cNvPr id="0" name=""/>
        <dsp:cNvSpPr/>
      </dsp:nvSpPr>
      <dsp:spPr>
        <a:xfrm>
          <a:off x="253841" y="1872165"/>
          <a:ext cx="3553778" cy="442800"/>
        </a:xfrm>
        <a:prstGeom prst="roundRect">
          <a:avLst/>
        </a:prstGeom>
        <a:solidFill>
          <a:schemeClr val="accent2">
            <a:hueOff val="-265628"/>
            <a:satOff val="4257"/>
            <a:lumOff val="385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4324" tIns="0" rIns="134324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b="0" kern="1200" baseline="0"/>
            <a:t>Sprache ist (fast) alltäglich</a:t>
          </a:r>
          <a:endParaRPr lang="en-US" sz="1500" kern="1200"/>
        </a:p>
      </dsp:txBody>
      <dsp:txXfrm>
        <a:off x="275457" y="1893781"/>
        <a:ext cx="3510546" cy="399568"/>
      </dsp:txXfrm>
    </dsp:sp>
    <dsp:sp modelId="{E5D32E47-1792-462D-B3CB-C5AA50A5CD89}">
      <dsp:nvSpPr>
        <dsp:cNvPr id="0" name=""/>
        <dsp:cNvSpPr/>
      </dsp:nvSpPr>
      <dsp:spPr>
        <a:xfrm>
          <a:off x="0" y="2773965"/>
          <a:ext cx="5076826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531255"/>
              <a:satOff val="8513"/>
              <a:lumOff val="771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D99FC6-8423-455B-B8A8-6CDA88E1D9A0}">
      <dsp:nvSpPr>
        <dsp:cNvPr id="0" name=""/>
        <dsp:cNvSpPr/>
      </dsp:nvSpPr>
      <dsp:spPr>
        <a:xfrm>
          <a:off x="253841" y="2552565"/>
          <a:ext cx="3553778" cy="442800"/>
        </a:xfrm>
        <a:prstGeom prst="roundRect">
          <a:avLst/>
        </a:prstGeom>
        <a:solidFill>
          <a:schemeClr val="accent2">
            <a:hueOff val="-531255"/>
            <a:satOff val="8513"/>
            <a:lumOff val="771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4324" tIns="0" rIns="134324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b="0" kern="1200" baseline="0" dirty="0"/>
            <a:t>Eine lange Strophe mit 12 Versen </a:t>
          </a:r>
          <a:endParaRPr lang="en-US" sz="1500" kern="1200" dirty="0"/>
        </a:p>
      </dsp:txBody>
      <dsp:txXfrm>
        <a:off x="275457" y="2574181"/>
        <a:ext cx="3510546" cy="399568"/>
      </dsp:txXfrm>
    </dsp:sp>
    <dsp:sp modelId="{8D28BBFC-B67E-4412-A8DC-CD4A64110C69}">
      <dsp:nvSpPr>
        <dsp:cNvPr id="0" name=""/>
        <dsp:cNvSpPr/>
      </dsp:nvSpPr>
      <dsp:spPr>
        <a:xfrm>
          <a:off x="0" y="3454365"/>
          <a:ext cx="5076826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796883"/>
              <a:satOff val="12770"/>
              <a:lumOff val="1156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66B2E0-1E04-4F1C-8E99-A367033BB465}">
      <dsp:nvSpPr>
        <dsp:cNvPr id="0" name=""/>
        <dsp:cNvSpPr/>
      </dsp:nvSpPr>
      <dsp:spPr>
        <a:xfrm>
          <a:off x="253841" y="3232965"/>
          <a:ext cx="3553778" cy="442800"/>
        </a:xfrm>
        <a:prstGeom prst="roundRect">
          <a:avLst/>
        </a:prstGeom>
        <a:solidFill>
          <a:schemeClr val="accent2">
            <a:hueOff val="-796883"/>
            <a:satOff val="12770"/>
            <a:lumOff val="1156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4324" tIns="0" rIns="134324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b="0" kern="1200" baseline="0" dirty="0"/>
            <a:t>Kein Reim, keine feste Verslänge</a:t>
          </a:r>
          <a:endParaRPr lang="en-US" sz="1500" kern="1200" dirty="0"/>
        </a:p>
      </dsp:txBody>
      <dsp:txXfrm>
        <a:off x="275457" y="3254581"/>
        <a:ext cx="3510546" cy="3995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11CC2EA-34E0-9E57-8719-9C2D08123CE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0CCA2F-72D7-C29A-53F9-E0AF3B51EE5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0DA745-0BEF-4434-83A2-C3334A41BB28}" type="datetimeFigureOut">
              <a:rPr lang="de-DE" smtClean="0"/>
              <a:t>29.09.2024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F7F44E-51DF-74AD-5EC5-44D68C97E0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EF4F89-F50A-B53B-5FDD-36581FF36BA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8DD27E-528B-42AA-8734-55E3C83AB3E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471945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9A6E54-E8D1-402B-985B-0B0FC6EE1A8C}" type="datetimeFigureOut">
              <a:rPr lang="de-DE" smtClean="0"/>
              <a:t>29.09.2024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E9D1B2-1B7F-40A5-B31E-B03E79C9AB0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38355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E9D1B2-1B7F-40A5-B31E-B03E79C9AB0B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7264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B0F7D69-D93C-4C38-A23D-76E000D691CD}"/>
              </a:ext>
            </a:extLst>
          </p:cNvPr>
          <p:cNvSpPr/>
          <p:nvPr/>
        </p:nvSpPr>
        <p:spPr>
          <a:xfrm>
            <a:off x="0" y="0"/>
            <a:ext cx="3496422" cy="6858000"/>
          </a:xfrm>
          <a:custGeom>
            <a:avLst/>
            <a:gdLst>
              <a:gd name="connsiteX0" fmla="*/ 0 w 3496422"/>
              <a:gd name="connsiteY0" fmla="*/ 0 h 6858000"/>
              <a:gd name="connsiteX1" fmla="*/ 1873399 w 3496422"/>
              <a:gd name="connsiteY1" fmla="*/ 0 h 6858000"/>
              <a:gd name="connsiteX2" fmla="*/ 1895523 w 3496422"/>
              <a:gd name="connsiteY2" fmla="*/ 14997 h 6858000"/>
              <a:gd name="connsiteX3" fmla="*/ 3496422 w 3496422"/>
              <a:gd name="connsiteY3" fmla="*/ 3621656 h 6858000"/>
              <a:gd name="connsiteX4" fmla="*/ 1622072 w 3496422"/>
              <a:gd name="connsiteY4" fmla="*/ 6374814 h 6858000"/>
              <a:gd name="connsiteX5" fmla="*/ 1105424 w 3496422"/>
              <a:gd name="connsiteY5" fmla="*/ 6780599 h 6858000"/>
              <a:gd name="connsiteX6" fmla="*/ 993668 w 3496422"/>
              <a:gd name="connsiteY6" fmla="*/ 6858000 h 6858000"/>
              <a:gd name="connsiteX7" fmla="*/ 0 w 3496422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54295" y="1346268"/>
            <a:ext cx="7060135" cy="3285207"/>
          </a:xfrm>
        </p:spPr>
        <p:txBody>
          <a:bodyPr anchor="b">
            <a:noAutofit/>
          </a:bodyPr>
          <a:lstStyle>
            <a:lvl1pPr algn="l">
              <a:lnSpc>
                <a:spcPct val="120000"/>
              </a:lnSpc>
              <a:defRPr sz="54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62312" y="4631475"/>
            <a:ext cx="7052117" cy="1150200"/>
          </a:xfrm>
        </p:spPr>
        <p:txBody>
          <a:bodyPr lIns="109728" tIns="109728" rIns="109728" bIns="91440" anchor="t">
            <a:normAutofit/>
          </a:bodyPr>
          <a:lstStyle>
            <a:lvl1pPr marL="0" indent="0" algn="l">
              <a:lnSpc>
                <a:spcPct val="130000"/>
              </a:lnSpc>
              <a:buNone/>
              <a:defRPr sz="24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23E5C65-E22A-4865-9449-10140D62B6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54295" y="617415"/>
            <a:ext cx="7123723" cy="457200"/>
          </a:xfrm>
        </p:spPr>
        <p:txBody>
          <a:bodyPr/>
          <a:lstStyle>
            <a:lvl1pPr algn="l">
              <a:defRPr/>
            </a:lvl1pPr>
          </a:lstStyle>
          <a:p>
            <a:fld id="{12241623-A064-4BED-B073-BA4D61433402}" type="datetime1">
              <a:rPr lang="en-US" smtClean="0"/>
              <a:pPr/>
              <a:t>9/29/2024</a:t>
            </a:fld>
            <a:endParaRPr lang="en-US" dirty="0"/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EF9C3DE0-E7F5-4B4D-B5AF-CDE724CE7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54295" y="6170490"/>
            <a:ext cx="5588349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48C1E146-840A-4217-B63E-62E5CF890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5600" y="6170490"/>
            <a:ext cx="1198829" cy="457200"/>
          </a:xfrm>
        </p:spPr>
        <p:txBody>
          <a:bodyPr/>
          <a:lstStyle>
            <a:lvl1pPr algn="r">
              <a:defRPr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8CD419D4-EA9D-42D9-BF62-B07F0B7B672B}"/>
              </a:ext>
            </a:extLst>
          </p:cNvPr>
          <p:cNvSpPr/>
          <p:nvPr/>
        </p:nvSpPr>
        <p:spPr>
          <a:xfrm>
            <a:off x="1375409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1C6FEC9B-9608-4181-A9E5-A1B80E72021C}"/>
              </a:ext>
            </a:extLst>
          </p:cNvPr>
          <p:cNvSpPr/>
          <p:nvPr/>
        </p:nvSpPr>
        <p:spPr>
          <a:xfrm>
            <a:off x="1155402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B1564ED-F26F-451D-97D6-A6EC3E83FD55}"/>
              </a:ext>
            </a:extLst>
          </p:cNvPr>
          <p:cNvSpPr/>
          <p:nvPr/>
        </p:nvSpPr>
        <p:spPr>
          <a:xfrm>
            <a:off x="924161" y="0"/>
            <a:ext cx="2261351" cy="6858000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92998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923EF53-7767-4C94-BEF6-D45292794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3E5F3-28EE-488F-BD53-B744C06C3DEC}" type="datetime1">
              <a:rPr lang="en-US" smtClean="0"/>
              <a:t>9/29/2024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ACF12700-F905-4CFA-970C-C81E05A64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A1B1EE2-BCA3-432B-A32D-B04C7F1DD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52833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B84A89F5-6982-40AE-8108-88B93E85C8FF}"/>
              </a:ext>
            </a:extLst>
          </p:cNvPr>
          <p:cNvGrpSpPr/>
          <p:nvPr/>
        </p:nvGrpSpPr>
        <p:grpSpPr>
          <a:xfrm>
            <a:off x="3124577" y="0"/>
            <a:ext cx="4389519" cy="2916937"/>
            <a:chOff x="3124577" y="0"/>
            <a:chExt cx="4389519" cy="2916937"/>
          </a:xfrm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80BED93-E30B-4492-A268-84C33CA4F067}"/>
                </a:ext>
              </a:extLst>
            </p:cNvPr>
            <p:cNvSpPr/>
            <p:nvPr/>
          </p:nvSpPr>
          <p:spPr>
            <a:xfrm>
              <a:off x="3320637" y="0"/>
              <a:ext cx="4013331" cy="2742133"/>
            </a:xfrm>
            <a:custGeom>
              <a:avLst/>
              <a:gdLst>
                <a:gd name="connsiteX0" fmla="*/ 294151 w 4013331"/>
                <a:gd name="connsiteY0" fmla="*/ 0 h 2742133"/>
                <a:gd name="connsiteX1" fmla="*/ 3844057 w 4013331"/>
                <a:gd name="connsiteY1" fmla="*/ 0 h 2742133"/>
                <a:gd name="connsiteX2" fmla="*/ 3892490 w 4013331"/>
                <a:gd name="connsiteY2" fmla="*/ 131440 h 2742133"/>
                <a:gd name="connsiteX3" fmla="*/ 4013331 w 4013331"/>
                <a:gd name="connsiteY3" fmla="*/ 941251 h 2742133"/>
                <a:gd name="connsiteX4" fmla="*/ 3804827 w 4013331"/>
                <a:gd name="connsiteY4" fmla="*/ 1540292 h 2742133"/>
                <a:gd name="connsiteX5" fmla="*/ 3187498 w 4013331"/>
                <a:gd name="connsiteY5" fmla="*/ 2098087 h 2742133"/>
                <a:gd name="connsiteX6" fmla="*/ 3051769 w 4013331"/>
                <a:gd name="connsiteY6" fmla="*/ 2204787 h 2742133"/>
                <a:gd name="connsiteX7" fmla="*/ 1936476 w 4013331"/>
                <a:gd name="connsiteY7" fmla="*/ 2742133 h 2742133"/>
                <a:gd name="connsiteX8" fmla="*/ 467303 w 4013331"/>
                <a:gd name="connsiteY8" fmla="*/ 1868695 h 2742133"/>
                <a:gd name="connsiteX9" fmla="*/ 310732 w 4013331"/>
                <a:gd name="connsiteY9" fmla="*/ 1645244 h 2742133"/>
                <a:gd name="connsiteX10" fmla="*/ 0 w 4013331"/>
                <a:gd name="connsiteY10" fmla="*/ 941251 h 2742133"/>
                <a:gd name="connsiteX11" fmla="*/ 187749 w 4013331"/>
                <a:gd name="connsiteY11" fmla="*/ 183076 h 2742133"/>
                <a:gd name="connsiteX12" fmla="*/ 288888 w 4013331"/>
                <a:gd name="connsiteY12" fmla="*/ 7329 h 2742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013331" h="2742133">
                  <a:moveTo>
                    <a:pt x="294151" y="0"/>
                  </a:moveTo>
                  <a:lnTo>
                    <a:pt x="3844057" y="0"/>
                  </a:lnTo>
                  <a:lnTo>
                    <a:pt x="3892490" y="131440"/>
                  </a:lnTo>
                  <a:cubicBezTo>
                    <a:pt x="3971777" y="378867"/>
                    <a:pt x="4013331" y="652783"/>
                    <a:pt x="4013331" y="941251"/>
                  </a:cubicBezTo>
                  <a:cubicBezTo>
                    <a:pt x="4013331" y="1171430"/>
                    <a:pt x="3948997" y="1356167"/>
                    <a:pt x="3804827" y="1540292"/>
                  </a:cubicBezTo>
                  <a:cubicBezTo>
                    <a:pt x="3654026" y="1732895"/>
                    <a:pt x="3427436" y="1910292"/>
                    <a:pt x="3187498" y="2098087"/>
                  </a:cubicBezTo>
                  <a:cubicBezTo>
                    <a:pt x="3143231" y="2132693"/>
                    <a:pt x="3097499" y="2168522"/>
                    <a:pt x="3051769" y="2204787"/>
                  </a:cubicBezTo>
                  <a:cubicBezTo>
                    <a:pt x="2642425" y="2529345"/>
                    <a:pt x="2343664" y="2742133"/>
                    <a:pt x="1936476" y="2742133"/>
                  </a:cubicBezTo>
                  <a:cubicBezTo>
                    <a:pt x="1316045" y="2742133"/>
                    <a:pt x="876647" y="2480932"/>
                    <a:pt x="467303" y="1868695"/>
                  </a:cubicBezTo>
                  <a:cubicBezTo>
                    <a:pt x="413736" y="1788559"/>
                    <a:pt x="361372" y="1715679"/>
                    <a:pt x="310732" y="1645244"/>
                  </a:cubicBezTo>
                  <a:cubicBezTo>
                    <a:pt x="100850" y="1353195"/>
                    <a:pt x="0" y="1201315"/>
                    <a:pt x="0" y="941251"/>
                  </a:cubicBezTo>
                  <a:cubicBezTo>
                    <a:pt x="0" y="683021"/>
                    <a:pt x="63214" y="427935"/>
                    <a:pt x="187749" y="183076"/>
                  </a:cubicBezTo>
                  <a:cubicBezTo>
                    <a:pt x="218215" y="123194"/>
                    <a:pt x="251953" y="64578"/>
                    <a:pt x="288888" y="7329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965F60C1-CD8B-4326-9B24-3D197CF382A6}"/>
                </a:ext>
              </a:extLst>
            </p:cNvPr>
            <p:cNvSpPr/>
            <p:nvPr/>
          </p:nvSpPr>
          <p:spPr>
            <a:xfrm>
              <a:off x="3566319" y="0"/>
              <a:ext cx="3401415" cy="2440484"/>
            </a:xfrm>
            <a:custGeom>
              <a:avLst/>
              <a:gdLst>
                <a:gd name="connsiteX0" fmla="*/ 332917 w 3401415"/>
                <a:gd name="connsiteY0" fmla="*/ 0 h 2440484"/>
                <a:gd name="connsiteX1" fmla="*/ 3207137 w 3401415"/>
                <a:gd name="connsiteY1" fmla="*/ 0 h 2440484"/>
                <a:gd name="connsiteX2" fmla="*/ 3242654 w 3401415"/>
                <a:gd name="connsiteY2" fmla="*/ 74937 h 2440484"/>
                <a:gd name="connsiteX3" fmla="*/ 3401415 w 3401415"/>
                <a:gd name="connsiteY3" fmla="*/ 914184 h 2440484"/>
                <a:gd name="connsiteX4" fmla="*/ 3224702 w 3401415"/>
                <a:gd name="connsiteY4" fmla="*/ 1421888 h 2440484"/>
                <a:gd name="connsiteX5" fmla="*/ 2701498 w 3401415"/>
                <a:gd name="connsiteY5" fmla="*/ 1894635 h 2440484"/>
                <a:gd name="connsiteX6" fmla="*/ 2586463 w 3401415"/>
                <a:gd name="connsiteY6" fmla="*/ 1985068 h 2440484"/>
                <a:gd name="connsiteX7" fmla="*/ 1641219 w 3401415"/>
                <a:gd name="connsiteY7" fmla="*/ 2440484 h 2440484"/>
                <a:gd name="connsiteX8" fmla="*/ 396053 w 3401415"/>
                <a:gd name="connsiteY8" fmla="*/ 1700219 h 2440484"/>
                <a:gd name="connsiteX9" fmla="*/ 263354 w 3401415"/>
                <a:gd name="connsiteY9" fmla="*/ 1510839 h 2440484"/>
                <a:gd name="connsiteX10" fmla="*/ 0 w 3401415"/>
                <a:gd name="connsiteY10" fmla="*/ 914184 h 2440484"/>
                <a:gd name="connsiteX11" fmla="*/ 159122 w 3401415"/>
                <a:gd name="connsiteY11" fmla="*/ 271610 h 2440484"/>
                <a:gd name="connsiteX12" fmla="*/ 244841 w 3401415"/>
                <a:gd name="connsiteY12" fmla="*/ 122658 h 2440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401415" h="2440484">
                  <a:moveTo>
                    <a:pt x="332917" y="0"/>
                  </a:moveTo>
                  <a:lnTo>
                    <a:pt x="3207137" y="0"/>
                  </a:lnTo>
                  <a:lnTo>
                    <a:pt x="3242654" y="74937"/>
                  </a:lnTo>
                  <a:cubicBezTo>
                    <a:pt x="3346386" y="322243"/>
                    <a:pt x="3401415" y="608579"/>
                    <a:pt x="3401415" y="914184"/>
                  </a:cubicBezTo>
                  <a:cubicBezTo>
                    <a:pt x="3401415" y="1109268"/>
                    <a:pt x="3346890" y="1265837"/>
                    <a:pt x="3224702" y="1421888"/>
                  </a:cubicBezTo>
                  <a:cubicBezTo>
                    <a:pt x="3096894" y="1585125"/>
                    <a:pt x="2904852" y="1735475"/>
                    <a:pt x="2701498" y="1894635"/>
                  </a:cubicBezTo>
                  <a:cubicBezTo>
                    <a:pt x="2663980" y="1923966"/>
                    <a:pt x="2625221" y="1954332"/>
                    <a:pt x="2586463" y="1985068"/>
                  </a:cubicBezTo>
                  <a:cubicBezTo>
                    <a:pt x="2239532" y="2260140"/>
                    <a:pt x="1986324" y="2440484"/>
                    <a:pt x="1641219" y="2440484"/>
                  </a:cubicBezTo>
                  <a:cubicBezTo>
                    <a:pt x="1115386" y="2440484"/>
                    <a:pt x="742984" y="2219109"/>
                    <a:pt x="396053" y="1700219"/>
                  </a:cubicBezTo>
                  <a:cubicBezTo>
                    <a:pt x="350653" y="1632303"/>
                    <a:pt x="306273" y="1570535"/>
                    <a:pt x="263354" y="1510839"/>
                  </a:cubicBezTo>
                  <a:cubicBezTo>
                    <a:pt x="85473" y="1263318"/>
                    <a:pt x="0" y="1134597"/>
                    <a:pt x="0" y="914184"/>
                  </a:cubicBezTo>
                  <a:cubicBezTo>
                    <a:pt x="0" y="695327"/>
                    <a:pt x="53576" y="479135"/>
                    <a:pt x="159122" y="271610"/>
                  </a:cubicBezTo>
                  <a:cubicBezTo>
                    <a:pt x="184943" y="220858"/>
                    <a:pt x="213538" y="171179"/>
                    <a:pt x="244841" y="122658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69511D06-104E-440E-8049-4CDCE4B87E96}"/>
                </a:ext>
              </a:extLst>
            </p:cNvPr>
            <p:cNvSpPr/>
            <p:nvPr/>
          </p:nvSpPr>
          <p:spPr>
            <a:xfrm>
              <a:off x="3232490" y="0"/>
              <a:ext cx="4164597" cy="2817185"/>
            </a:xfrm>
            <a:custGeom>
              <a:avLst/>
              <a:gdLst>
                <a:gd name="connsiteX0" fmla="*/ 237339 w 4130517"/>
                <a:gd name="connsiteY0" fmla="*/ 0 h 2806419"/>
                <a:gd name="connsiteX1" fmla="*/ 3997489 w 4130517"/>
                <a:gd name="connsiteY1" fmla="*/ 0 h 2806419"/>
                <a:gd name="connsiteX2" fmla="*/ 4006148 w 4130517"/>
                <a:gd name="connsiteY2" fmla="*/ 24333 h 2806419"/>
                <a:gd name="connsiteX3" fmla="*/ 4130517 w 4130517"/>
                <a:gd name="connsiteY3" fmla="*/ 887307 h 2806419"/>
                <a:gd name="connsiteX4" fmla="*/ 3915925 w 4130517"/>
                <a:gd name="connsiteY4" fmla="*/ 1525677 h 2806419"/>
                <a:gd name="connsiteX5" fmla="*/ 3280571 w 4130517"/>
                <a:gd name="connsiteY5" fmla="*/ 2120090 h 2806419"/>
                <a:gd name="connsiteX6" fmla="*/ 3140878 w 4130517"/>
                <a:gd name="connsiteY6" fmla="*/ 2233796 h 2806419"/>
                <a:gd name="connsiteX7" fmla="*/ 1993019 w 4130517"/>
                <a:gd name="connsiteY7" fmla="*/ 2806419 h 2806419"/>
                <a:gd name="connsiteX8" fmla="*/ 480948 w 4130517"/>
                <a:gd name="connsiteY8" fmla="*/ 1875638 h 2806419"/>
                <a:gd name="connsiteX9" fmla="*/ 319805 w 4130517"/>
                <a:gd name="connsiteY9" fmla="*/ 1637519 h 2806419"/>
                <a:gd name="connsiteX10" fmla="*/ 0 w 4130517"/>
                <a:gd name="connsiteY10" fmla="*/ 887307 h 2806419"/>
                <a:gd name="connsiteX11" fmla="*/ 193231 w 4130517"/>
                <a:gd name="connsiteY11" fmla="*/ 79360 h 2806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130517" h="2806419">
                  <a:moveTo>
                    <a:pt x="237339" y="0"/>
                  </a:moveTo>
                  <a:lnTo>
                    <a:pt x="3997489" y="0"/>
                  </a:lnTo>
                  <a:lnTo>
                    <a:pt x="4006148" y="24333"/>
                  </a:lnTo>
                  <a:cubicBezTo>
                    <a:pt x="4087750" y="288004"/>
                    <a:pt x="4130517" y="579903"/>
                    <a:pt x="4130517" y="887307"/>
                  </a:cubicBezTo>
                  <a:cubicBezTo>
                    <a:pt x="4130517" y="1132599"/>
                    <a:pt x="4064304" y="1329464"/>
                    <a:pt x="3915925" y="1525677"/>
                  </a:cubicBezTo>
                  <a:cubicBezTo>
                    <a:pt x="3760721" y="1730924"/>
                    <a:pt x="3527514" y="1919967"/>
                    <a:pt x="3280571" y="2120090"/>
                  </a:cubicBezTo>
                  <a:cubicBezTo>
                    <a:pt x="3235011" y="2156968"/>
                    <a:pt x="3187944" y="2195151"/>
                    <a:pt x="3140878" y="2233796"/>
                  </a:cubicBezTo>
                  <a:cubicBezTo>
                    <a:pt x="2719582" y="2579662"/>
                    <a:pt x="2412097" y="2806419"/>
                    <a:pt x="1993019" y="2806419"/>
                  </a:cubicBezTo>
                  <a:cubicBezTo>
                    <a:pt x="1354472" y="2806419"/>
                    <a:pt x="902244" y="2528070"/>
                    <a:pt x="480948" y="1875638"/>
                  </a:cubicBezTo>
                  <a:cubicBezTo>
                    <a:pt x="425816" y="1790244"/>
                    <a:pt x="371924" y="1712578"/>
                    <a:pt x="319805" y="1637519"/>
                  </a:cubicBezTo>
                  <a:cubicBezTo>
                    <a:pt x="103795" y="1326296"/>
                    <a:pt x="0" y="1164446"/>
                    <a:pt x="0" y="887307"/>
                  </a:cubicBezTo>
                  <a:cubicBezTo>
                    <a:pt x="0" y="612125"/>
                    <a:pt x="65060" y="340293"/>
                    <a:pt x="193231" y="7936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164F6B39-7B0A-4839-9F52-1FFA2044F248}"/>
                </a:ext>
              </a:extLst>
            </p:cNvPr>
            <p:cNvSpPr/>
            <p:nvPr/>
          </p:nvSpPr>
          <p:spPr>
            <a:xfrm>
              <a:off x="3124577" y="0"/>
              <a:ext cx="4389519" cy="2916937"/>
            </a:xfrm>
            <a:custGeom>
              <a:avLst/>
              <a:gdLst>
                <a:gd name="connsiteX0" fmla="*/ 208215 w 4389519"/>
                <a:gd name="connsiteY0" fmla="*/ 0 h 2916937"/>
                <a:gd name="connsiteX1" fmla="*/ 4284014 w 4389519"/>
                <a:gd name="connsiteY1" fmla="*/ 0 h 2916937"/>
                <a:gd name="connsiteX2" fmla="*/ 4335794 w 4389519"/>
                <a:gd name="connsiteY2" fmla="*/ 207911 h 2916937"/>
                <a:gd name="connsiteX3" fmla="*/ 4376420 w 4389519"/>
                <a:gd name="connsiteY3" fmla="*/ 1078865 h 2916937"/>
                <a:gd name="connsiteX4" fmla="*/ 4090147 w 4389519"/>
                <a:gd name="connsiteY4" fmla="*/ 1734728 h 2916937"/>
                <a:gd name="connsiteX5" fmla="*/ 3362552 w 4389519"/>
                <a:gd name="connsiteY5" fmla="*/ 2305097 h 2916937"/>
                <a:gd name="connsiteX6" fmla="*/ 3204152 w 4389519"/>
                <a:gd name="connsiteY6" fmla="*/ 2412521 h 2916937"/>
                <a:gd name="connsiteX7" fmla="*/ 1936072 w 4389519"/>
                <a:gd name="connsiteY7" fmla="*/ 2912360 h 2916937"/>
                <a:gd name="connsiteX8" fmla="*/ 421690 w 4389519"/>
                <a:gd name="connsiteY8" fmla="*/ 1787063 h 2916937"/>
                <a:gd name="connsiteX9" fmla="*/ 273167 w 4389519"/>
                <a:gd name="connsiteY9" fmla="*/ 1520080 h 2916937"/>
                <a:gd name="connsiteX10" fmla="*/ 4118 w 4389519"/>
                <a:gd name="connsiteY10" fmla="*/ 696338 h 2916937"/>
                <a:gd name="connsiteX11" fmla="*/ 175984 w 4389519"/>
                <a:gd name="connsiteY11" fmla="*/ 60381 h 291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89519" h="2916937">
                  <a:moveTo>
                    <a:pt x="208215" y="0"/>
                  </a:moveTo>
                  <a:lnTo>
                    <a:pt x="4284014" y="0"/>
                  </a:lnTo>
                  <a:lnTo>
                    <a:pt x="4335794" y="207911"/>
                  </a:lnTo>
                  <a:cubicBezTo>
                    <a:pt x="4388748" y="479686"/>
                    <a:pt x="4403109" y="773803"/>
                    <a:pt x="4376420" y="1078865"/>
                  </a:cubicBezTo>
                  <a:cubicBezTo>
                    <a:pt x="4353703" y="1338514"/>
                    <a:pt x="4265383" y="1540772"/>
                    <a:pt x="4090147" y="1734728"/>
                  </a:cubicBezTo>
                  <a:cubicBezTo>
                    <a:pt x="3906850" y="1937616"/>
                    <a:pt x="3642485" y="2116128"/>
                    <a:pt x="3362552" y="2305097"/>
                  </a:cubicBezTo>
                  <a:cubicBezTo>
                    <a:pt x="3310910" y="2339914"/>
                    <a:pt x="3257553" y="2375972"/>
                    <a:pt x="3204152" y="2412521"/>
                  </a:cubicBezTo>
                  <a:cubicBezTo>
                    <a:pt x="2726165" y="2739616"/>
                    <a:pt x="2379682" y="2951171"/>
                    <a:pt x="1936072" y="2912360"/>
                  </a:cubicBezTo>
                  <a:cubicBezTo>
                    <a:pt x="1260148" y="2853224"/>
                    <a:pt x="807225" y="2516700"/>
                    <a:pt x="421690" y="1787063"/>
                  </a:cubicBezTo>
                  <a:cubicBezTo>
                    <a:pt x="371240" y="1691563"/>
                    <a:pt x="321385" y="1604361"/>
                    <a:pt x="273167" y="1520080"/>
                  </a:cubicBezTo>
                  <a:cubicBezTo>
                    <a:pt x="73334" y="1170636"/>
                    <a:pt x="-21548" y="989700"/>
                    <a:pt x="4118" y="696338"/>
                  </a:cubicBezTo>
                  <a:cubicBezTo>
                    <a:pt x="23232" y="477870"/>
                    <a:pt x="80908" y="264786"/>
                    <a:pt x="175984" y="6038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3099122-D80B-4389-A1CF-52C635217F4B}"/>
              </a:ext>
            </a:extLst>
          </p:cNvPr>
          <p:cNvGrpSpPr/>
          <p:nvPr/>
        </p:nvGrpSpPr>
        <p:grpSpPr>
          <a:xfrm>
            <a:off x="8122942" y="0"/>
            <a:ext cx="4069058" cy="3547008"/>
            <a:chOff x="8122942" y="0"/>
            <a:chExt cx="4069058" cy="3547008"/>
          </a:xfrm>
        </p:grpSpPr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CA535D59-CDAA-4AA9-84AC-A6142E857FE2}"/>
                </a:ext>
              </a:extLst>
            </p:cNvPr>
            <p:cNvSpPr/>
            <p:nvPr/>
          </p:nvSpPr>
          <p:spPr>
            <a:xfrm>
              <a:off x="8122942" y="0"/>
              <a:ext cx="4069058" cy="3547008"/>
            </a:xfrm>
            <a:custGeom>
              <a:avLst/>
              <a:gdLst>
                <a:gd name="connsiteX0" fmla="*/ 305212 w 4069058"/>
                <a:gd name="connsiteY0" fmla="*/ 0 h 3547008"/>
                <a:gd name="connsiteX1" fmla="*/ 4069058 w 4069058"/>
                <a:gd name="connsiteY1" fmla="*/ 0 h 3547008"/>
                <a:gd name="connsiteX2" fmla="*/ 4069058 w 4069058"/>
                <a:gd name="connsiteY2" fmla="*/ 2865785 h 3547008"/>
                <a:gd name="connsiteX3" fmla="*/ 3996814 w 4069058"/>
                <a:gd name="connsiteY3" fmla="*/ 2947457 h 3547008"/>
                <a:gd name="connsiteX4" fmla="*/ 2732780 w 4069058"/>
                <a:gd name="connsiteY4" fmla="*/ 3541640 h 3547008"/>
                <a:gd name="connsiteX5" fmla="*/ 1317550 w 4069058"/>
                <a:gd name="connsiteY5" fmla="*/ 3015110 h 3547008"/>
                <a:gd name="connsiteX6" fmla="*/ 1140977 w 4069058"/>
                <a:gd name="connsiteY6" fmla="*/ 2901419 h 3547008"/>
                <a:gd name="connsiteX7" fmla="*/ 330269 w 4069058"/>
                <a:gd name="connsiteY7" fmla="*/ 2297252 h 3547008"/>
                <a:gd name="connsiteX8" fmla="*/ 13299 w 4069058"/>
                <a:gd name="connsiteY8" fmla="*/ 1599966 h 3547008"/>
                <a:gd name="connsiteX9" fmla="*/ 217457 w 4069058"/>
                <a:gd name="connsiteY9" fmla="*/ 178659 h 354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69058" h="3547008">
                  <a:moveTo>
                    <a:pt x="305212" y="0"/>
                  </a:moveTo>
                  <a:lnTo>
                    <a:pt x="4069058" y="0"/>
                  </a:lnTo>
                  <a:lnTo>
                    <a:pt x="4069058" y="2865785"/>
                  </a:lnTo>
                  <a:lnTo>
                    <a:pt x="3996814" y="2947457"/>
                  </a:lnTo>
                  <a:cubicBezTo>
                    <a:pt x="3654887" y="3311545"/>
                    <a:pt x="3252443" y="3496175"/>
                    <a:pt x="2732780" y="3541640"/>
                  </a:cubicBezTo>
                  <a:cubicBezTo>
                    <a:pt x="2236701" y="3585041"/>
                    <a:pt x="1850359" y="3361306"/>
                    <a:pt x="1317550" y="3015110"/>
                  </a:cubicBezTo>
                  <a:cubicBezTo>
                    <a:pt x="1258026" y="2976425"/>
                    <a:pt x="1198546" y="2938265"/>
                    <a:pt x="1140977" y="2901419"/>
                  </a:cubicBezTo>
                  <a:cubicBezTo>
                    <a:pt x="828927" y="2701433"/>
                    <a:pt x="534230" y="2512513"/>
                    <a:pt x="330269" y="2297252"/>
                  </a:cubicBezTo>
                  <a:cubicBezTo>
                    <a:pt x="135278" y="2091465"/>
                    <a:pt x="37487" y="1876435"/>
                    <a:pt x="13299" y="1599966"/>
                  </a:cubicBezTo>
                  <a:cubicBezTo>
                    <a:pt x="-32170" y="1080250"/>
                    <a:pt x="39709" y="589889"/>
                    <a:pt x="217457" y="178659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CD6948CC-6D51-4092-887C-B0664DC102C7}"/>
                </a:ext>
              </a:extLst>
            </p:cNvPr>
            <p:cNvSpPr/>
            <p:nvPr/>
          </p:nvSpPr>
          <p:spPr>
            <a:xfrm flipH="1">
              <a:off x="8319994" y="0"/>
              <a:ext cx="3872006" cy="3321595"/>
            </a:xfrm>
            <a:custGeom>
              <a:avLst/>
              <a:gdLst>
                <a:gd name="connsiteX0" fmla="*/ 3466434 w 3872006"/>
                <a:gd name="connsiteY0" fmla="*/ 0 h 3321595"/>
                <a:gd name="connsiteX1" fmla="*/ 65800 w 3872006"/>
                <a:gd name="connsiteY1" fmla="*/ 0 h 3321595"/>
                <a:gd name="connsiteX2" fmla="*/ 0 w 3872006"/>
                <a:gd name="connsiteY2" fmla="*/ 59511 h 3321595"/>
                <a:gd name="connsiteX3" fmla="*/ 0 w 3872006"/>
                <a:gd name="connsiteY3" fmla="*/ 2518435 h 3321595"/>
                <a:gd name="connsiteX4" fmla="*/ 80122 w 3872006"/>
                <a:gd name="connsiteY4" fmla="*/ 2618704 h 3321595"/>
                <a:gd name="connsiteX5" fmla="*/ 1549501 w 3872006"/>
                <a:gd name="connsiteY5" fmla="*/ 3321595 h 3321595"/>
                <a:gd name="connsiteX6" fmla="*/ 2796711 w 3872006"/>
                <a:gd name="connsiteY6" fmla="*/ 2749441 h 3321595"/>
                <a:gd name="connsiteX7" fmla="*/ 2948494 w 3872006"/>
                <a:gd name="connsiteY7" fmla="*/ 2635829 h 3321595"/>
                <a:gd name="connsiteX8" fmla="*/ 3638840 w 3872006"/>
                <a:gd name="connsiteY8" fmla="*/ 2041901 h 3321595"/>
                <a:gd name="connsiteX9" fmla="*/ 3872006 w 3872006"/>
                <a:gd name="connsiteY9" fmla="*/ 1404055 h 3321595"/>
                <a:gd name="connsiteX10" fmla="*/ 3467973 w 3872006"/>
                <a:gd name="connsiteY10" fmla="*/ 1974 h 3321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72006" h="3321595">
                  <a:moveTo>
                    <a:pt x="3466434" y="0"/>
                  </a:moveTo>
                  <a:lnTo>
                    <a:pt x="65800" y="0"/>
                  </a:lnTo>
                  <a:lnTo>
                    <a:pt x="0" y="59511"/>
                  </a:lnTo>
                  <a:lnTo>
                    <a:pt x="0" y="2518435"/>
                  </a:lnTo>
                  <a:lnTo>
                    <a:pt x="80122" y="2618704"/>
                  </a:lnTo>
                  <a:cubicBezTo>
                    <a:pt x="490323" y="3108658"/>
                    <a:pt x="942414" y="3321595"/>
                    <a:pt x="1549501" y="3321595"/>
                  </a:cubicBezTo>
                  <a:cubicBezTo>
                    <a:pt x="2004852" y="3321595"/>
                    <a:pt x="2338950" y="3095023"/>
                    <a:pt x="2796711" y="2749441"/>
                  </a:cubicBezTo>
                  <a:cubicBezTo>
                    <a:pt x="2847850" y="2710827"/>
                    <a:pt x="2898991" y="2672676"/>
                    <a:pt x="2948494" y="2635829"/>
                  </a:cubicBezTo>
                  <a:cubicBezTo>
                    <a:pt x="3216812" y="2435869"/>
                    <a:pt x="3470203" y="2246981"/>
                    <a:pt x="3638840" y="2041901"/>
                  </a:cubicBezTo>
                  <a:cubicBezTo>
                    <a:pt x="3800062" y="1845849"/>
                    <a:pt x="3872006" y="1649145"/>
                    <a:pt x="3872006" y="1404055"/>
                  </a:cubicBezTo>
                  <a:cubicBezTo>
                    <a:pt x="3872006" y="866538"/>
                    <a:pt x="3729694" y="376466"/>
                    <a:pt x="3467973" y="1974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F5F9FD94-99CC-42AD-8E66-CF99E8FD5A94}"/>
                </a:ext>
              </a:extLst>
            </p:cNvPr>
            <p:cNvSpPr/>
            <p:nvPr/>
          </p:nvSpPr>
          <p:spPr>
            <a:xfrm flipH="1">
              <a:off x="8729240" y="9274"/>
              <a:ext cx="3462454" cy="3010961"/>
            </a:xfrm>
            <a:custGeom>
              <a:avLst/>
              <a:gdLst>
                <a:gd name="connsiteX0" fmla="*/ 2953507 w 3462454"/>
                <a:gd name="connsiteY0" fmla="*/ 0 h 3010961"/>
                <a:gd name="connsiteX1" fmla="*/ 477652 w 3462454"/>
                <a:gd name="connsiteY1" fmla="*/ 0 h 3010961"/>
                <a:gd name="connsiteX2" fmla="*/ 327396 w 3462454"/>
                <a:gd name="connsiteY2" fmla="*/ 113681 h 3010961"/>
                <a:gd name="connsiteX3" fmla="*/ 46554 w 3462454"/>
                <a:gd name="connsiteY3" fmla="*/ 391785 h 3010961"/>
                <a:gd name="connsiteX4" fmla="*/ 0 w 3462454"/>
                <a:gd name="connsiteY4" fmla="*/ 453516 h 3010961"/>
                <a:gd name="connsiteX5" fmla="*/ 0 w 3462454"/>
                <a:gd name="connsiteY5" fmla="*/ 2083461 h 3010961"/>
                <a:gd name="connsiteX6" fmla="*/ 26382 w 3462454"/>
                <a:gd name="connsiteY6" fmla="*/ 2118637 h 3010961"/>
                <a:gd name="connsiteX7" fmla="*/ 101620 w 3462454"/>
                <a:gd name="connsiteY7" fmla="*/ 2222744 h 3010961"/>
                <a:gd name="connsiteX8" fmla="*/ 1494064 w 3462454"/>
                <a:gd name="connsiteY8" fmla="*/ 3010961 h 3010961"/>
                <a:gd name="connsiteX9" fmla="*/ 2551110 w 3462454"/>
                <a:gd name="connsiteY9" fmla="*/ 2526044 h 3010961"/>
                <a:gd name="connsiteX10" fmla="*/ 2679751 w 3462454"/>
                <a:gd name="connsiteY10" fmla="*/ 2429754 h 3010961"/>
                <a:gd name="connsiteX11" fmla="*/ 3264840 w 3462454"/>
                <a:gd name="connsiteY11" fmla="*/ 1926383 h 3010961"/>
                <a:gd name="connsiteX12" fmla="*/ 3462454 w 3462454"/>
                <a:gd name="connsiteY12" fmla="*/ 1385790 h 3010961"/>
                <a:gd name="connsiteX13" fmla="*/ 3018820 w 3462454"/>
                <a:gd name="connsiteY13" fmla="*/ 67626 h 3010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62454" h="3010961">
                  <a:moveTo>
                    <a:pt x="2953507" y="0"/>
                  </a:moveTo>
                  <a:lnTo>
                    <a:pt x="477652" y="0"/>
                  </a:lnTo>
                  <a:lnTo>
                    <a:pt x="327396" y="113681"/>
                  </a:lnTo>
                  <a:cubicBezTo>
                    <a:pt x="222344" y="200626"/>
                    <a:pt x="128536" y="293564"/>
                    <a:pt x="46554" y="391785"/>
                  </a:cubicBezTo>
                  <a:lnTo>
                    <a:pt x="0" y="453516"/>
                  </a:lnTo>
                  <a:lnTo>
                    <a:pt x="0" y="2083461"/>
                  </a:lnTo>
                  <a:lnTo>
                    <a:pt x="26382" y="2118637"/>
                  </a:lnTo>
                  <a:cubicBezTo>
                    <a:pt x="51135" y="2152065"/>
                    <a:pt x="76235" y="2186586"/>
                    <a:pt x="101620" y="2222744"/>
                  </a:cubicBezTo>
                  <a:cubicBezTo>
                    <a:pt x="489585" y="2775245"/>
                    <a:pt x="906035" y="3010961"/>
                    <a:pt x="1494064" y="3010961"/>
                  </a:cubicBezTo>
                  <a:cubicBezTo>
                    <a:pt x="1879987" y="3010961"/>
                    <a:pt x="2163144" y="2818935"/>
                    <a:pt x="2551110" y="2526044"/>
                  </a:cubicBezTo>
                  <a:cubicBezTo>
                    <a:pt x="2594452" y="2493317"/>
                    <a:pt x="2637795" y="2460984"/>
                    <a:pt x="2679751" y="2429754"/>
                  </a:cubicBezTo>
                  <a:cubicBezTo>
                    <a:pt x="2907158" y="2260282"/>
                    <a:pt x="3121914" y="2100194"/>
                    <a:pt x="3264840" y="1926383"/>
                  </a:cubicBezTo>
                  <a:cubicBezTo>
                    <a:pt x="3401480" y="1760224"/>
                    <a:pt x="3462454" y="1593511"/>
                    <a:pt x="3462454" y="1385790"/>
                  </a:cubicBezTo>
                  <a:cubicBezTo>
                    <a:pt x="3462454" y="865148"/>
                    <a:pt x="3304918" y="397028"/>
                    <a:pt x="3018820" y="67626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F47D3E70-A759-410D-B5DB-855218E138C3}"/>
                </a:ext>
              </a:extLst>
            </p:cNvPr>
            <p:cNvSpPr/>
            <p:nvPr/>
          </p:nvSpPr>
          <p:spPr>
            <a:xfrm flipH="1">
              <a:off x="8243247" y="9274"/>
              <a:ext cx="3948447" cy="3411460"/>
            </a:xfrm>
            <a:custGeom>
              <a:avLst/>
              <a:gdLst>
                <a:gd name="connsiteX0" fmla="*/ 3564894 w 3904481"/>
                <a:gd name="connsiteY0" fmla="*/ 0 h 3411460"/>
                <a:gd name="connsiteX1" fmla="*/ 0 w 3904481"/>
                <a:gd name="connsiteY1" fmla="*/ 0 h 3411460"/>
                <a:gd name="connsiteX2" fmla="*/ 0 w 3904481"/>
                <a:gd name="connsiteY2" fmla="*/ 2659993 h 3411460"/>
                <a:gd name="connsiteX3" fmla="*/ 1876 w 3904481"/>
                <a:gd name="connsiteY3" fmla="*/ 2662425 h 3411460"/>
                <a:gd name="connsiteX4" fmla="*/ 1514161 w 3904481"/>
                <a:gd name="connsiteY4" fmla="*/ 3411460 h 3411460"/>
                <a:gd name="connsiteX5" fmla="*/ 2797788 w 3904481"/>
                <a:gd name="connsiteY5" fmla="*/ 2801744 h 3411460"/>
                <a:gd name="connsiteX6" fmla="*/ 2954004 w 3904481"/>
                <a:gd name="connsiteY6" fmla="*/ 2680673 h 3411460"/>
                <a:gd name="connsiteX7" fmla="*/ 3664508 w 3904481"/>
                <a:gd name="connsiteY7" fmla="*/ 2047754 h 3411460"/>
                <a:gd name="connsiteX8" fmla="*/ 3904481 w 3904481"/>
                <a:gd name="connsiteY8" fmla="*/ 1368033 h 3411460"/>
                <a:gd name="connsiteX9" fmla="*/ 3596499 w 3904481"/>
                <a:gd name="connsiteY9" fmla="*/ 52268 h 3411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04481" h="3411460">
                  <a:moveTo>
                    <a:pt x="3564894" y="0"/>
                  </a:moveTo>
                  <a:lnTo>
                    <a:pt x="0" y="0"/>
                  </a:lnTo>
                  <a:lnTo>
                    <a:pt x="0" y="2659993"/>
                  </a:lnTo>
                  <a:lnTo>
                    <a:pt x="1876" y="2662425"/>
                  </a:lnTo>
                  <a:cubicBezTo>
                    <a:pt x="424055" y="3184544"/>
                    <a:pt x="889346" y="3411460"/>
                    <a:pt x="1514161" y="3411460"/>
                  </a:cubicBezTo>
                  <a:cubicBezTo>
                    <a:pt x="1982808" y="3411460"/>
                    <a:pt x="2326661" y="3170014"/>
                    <a:pt x="2797788" y="2801744"/>
                  </a:cubicBezTo>
                  <a:cubicBezTo>
                    <a:pt x="2850420" y="2760595"/>
                    <a:pt x="2903054" y="2719940"/>
                    <a:pt x="2954004" y="2680673"/>
                  </a:cubicBezTo>
                  <a:cubicBezTo>
                    <a:pt x="3230156" y="2467586"/>
                    <a:pt x="3490946" y="2266297"/>
                    <a:pt x="3664508" y="2047754"/>
                  </a:cubicBezTo>
                  <a:cubicBezTo>
                    <a:pt x="3830437" y="1838832"/>
                    <a:pt x="3904481" y="1629214"/>
                    <a:pt x="3904481" y="1368033"/>
                  </a:cubicBezTo>
                  <a:cubicBezTo>
                    <a:pt x="3904481" y="877057"/>
                    <a:pt x="3796872" y="423228"/>
                    <a:pt x="3596499" y="52268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0302A25-2D4F-4AD5-B0E9-C12184C3599E}"/>
              </a:ext>
            </a:extLst>
          </p:cNvPr>
          <p:cNvGrpSpPr/>
          <p:nvPr/>
        </p:nvGrpSpPr>
        <p:grpSpPr>
          <a:xfrm>
            <a:off x="-1" y="1355238"/>
            <a:ext cx="4381339" cy="5510713"/>
            <a:chOff x="0" y="1347287"/>
            <a:chExt cx="4259808" cy="5510713"/>
          </a:xfrm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E227AF03-773A-4B1E-8FED-67198038E60D}"/>
                </a:ext>
              </a:extLst>
            </p:cNvPr>
            <p:cNvSpPr/>
            <p:nvPr/>
          </p:nvSpPr>
          <p:spPr>
            <a:xfrm>
              <a:off x="0" y="1676545"/>
              <a:ext cx="4174269" cy="5181455"/>
            </a:xfrm>
            <a:custGeom>
              <a:avLst/>
              <a:gdLst>
                <a:gd name="connsiteX0" fmla="*/ 1155130 w 4174269"/>
                <a:gd name="connsiteY0" fmla="*/ 990 h 5181455"/>
                <a:gd name="connsiteX1" fmla="*/ 2396955 w 4174269"/>
                <a:gd name="connsiteY1" fmla="*/ 367328 h 5181455"/>
                <a:gd name="connsiteX2" fmla="*/ 3827960 w 4174269"/>
                <a:gd name="connsiteY2" fmla="*/ 4749328 h 5181455"/>
                <a:gd name="connsiteX3" fmla="*/ 3561502 w 4174269"/>
                <a:gd name="connsiteY3" fmla="*/ 5090948 h 5181455"/>
                <a:gd name="connsiteX4" fmla="*/ 3452726 w 4174269"/>
                <a:gd name="connsiteY4" fmla="*/ 5181455 h 5181455"/>
                <a:gd name="connsiteX5" fmla="*/ 0 w 4174269"/>
                <a:gd name="connsiteY5" fmla="*/ 5181455 h 5181455"/>
                <a:gd name="connsiteX6" fmla="*/ 0 w 4174269"/>
                <a:gd name="connsiteY6" fmla="*/ 251605 h 5181455"/>
                <a:gd name="connsiteX7" fmla="*/ 157396 w 4174269"/>
                <a:gd name="connsiteY7" fmla="*/ 182600 h 5181455"/>
                <a:gd name="connsiteX8" fmla="*/ 1155130 w 4174269"/>
                <a:gd name="connsiteY8" fmla="*/ 990 h 5181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74269" h="5181455">
                  <a:moveTo>
                    <a:pt x="1155130" y="990"/>
                  </a:moveTo>
                  <a:cubicBezTo>
                    <a:pt x="1564667" y="12730"/>
                    <a:pt x="1984593" y="129250"/>
                    <a:pt x="2396955" y="367328"/>
                  </a:cubicBezTo>
                  <a:cubicBezTo>
                    <a:pt x="3871760" y="1218807"/>
                    <a:pt x="4678347" y="3276416"/>
                    <a:pt x="3827960" y="4749328"/>
                  </a:cubicBezTo>
                  <a:cubicBezTo>
                    <a:pt x="3748235" y="4887417"/>
                    <a:pt x="3658928" y="4998272"/>
                    <a:pt x="3561502" y="5090948"/>
                  </a:cubicBezTo>
                  <a:lnTo>
                    <a:pt x="3452726" y="5181455"/>
                  </a:lnTo>
                  <a:lnTo>
                    <a:pt x="0" y="5181455"/>
                  </a:lnTo>
                  <a:lnTo>
                    <a:pt x="0" y="251605"/>
                  </a:lnTo>
                  <a:lnTo>
                    <a:pt x="157396" y="182600"/>
                  </a:lnTo>
                  <a:cubicBezTo>
                    <a:pt x="475610" y="54980"/>
                    <a:pt x="811718" y="-8854"/>
                    <a:pt x="1155130" y="990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D6FE8FAD-8A4A-49E1-AFAF-A074482295A9}"/>
                </a:ext>
              </a:extLst>
            </p:cNvPr>
            <p:cNvSpPr/>
            <p:nvPr/>
          </p:nvSpPr>
          <p:spPr>
            <a:xfrm>
              <a:off x="0" y="1347287"/>
              <a:ext cx="4259808" cy="5510713"/>
            </a:xfrm>
            <a:custGeom>
              <a:avLst/>
              <a:gdLst>
                <a:gd name="connsiteX0" fmla="*/ 948905 w 4259808"/>
                <a:gd name="connsiteY0" fmla="*/ 1556 h 5510713"/>
                <a:gd name="connsiteX1" fmla="*/ 2304106 w 4259808"/>
                <a:gd name="connsiteY1" fmla="*/ 405867 h 5510713"/>
                <a:gd name="connsiteX2" fmla="*/ 3890982 w 4259808"/>
                <a:gd name="connsiteY2" fmla="*/ 5156588 h 5510713"/>
                <a:gd name="connsiteX3" fmla="*/ 3680329 w 4259808"/>
                <a:gd name="connsiteY3" fmla="*/ 5445948 h 5510713"/>
                <a:gd name="connsiteX4" fmla="*/ 3616504 w 4259808"/>
                <a:gd name="connsiteY4" fmla="*/ 5510713 h 5510713"/>
                <a:gd name="connsiteX5" fmla="*/ 0 w 4259808"/>
                <a:gd name="connsiteY5" fmla="*/ 5510713 h 5510713"/>
                <a:gd name="connsiteX6" fmla="*/ 0 w 4259808"/>
                <a:gd name="connsiteY6" fmla="*/ 144797 h 5510713"/>
                <a:gd name="connsiteX7" fmla="*/ 164164 w 4259808"/>
                <a:gd name="connsiteY7" fmla="*/ 92266 h 5510713"/>
                <a:gd name="connsiteX8" fmla="*/ 948905 w 4259808"/>
                <a:gd name="connsiteY8" fmla="*/ 1556 h 5510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259808" h="5510713">
                  <a:moveTo>
                    <a:pt x="948905" y="1556"/>
                  </a:moveTo>
                  <a:cubicBezTo>
                    <a:pt x="1395136" y="16867"/>
                    <a:pt x="1853354" y="145625"/>
                    <a:pt x="2304106" y="405867"/>
                  </a:cubicBezTo>
                  <a:cubicBezTo>
                    <a:pt x="3916211" y="1336616"/>
                    <a:pt x="4808028" y="3568218"/>
                    <a:pt x="3890982" y="5156588"/>
                  </a:cubicBezTo>
                  <a:cubicBezTo>
                    <a:pt x="3826502" y="5268272"/>
                    <a:pt x="3756052" y="5363347"/>
                    <a:pt x="3680329" y="5445948"/>
                  </a:cubicBezTo>
                  <a:lnTo>
                    <a:pt x="3616504" y="5510713"/>
                  </a:lnTo>
                  <a:lnTo>
                    <a:pt x="0" y="5510713"/>
                  </a:lnTo>
                  <a:lnTo>
                    <a:pt x="0" y="144797"/>
                  </a:lnTo>
                  <a:lnTo>
                    <a:pt x="164164" y="92266"/>
                  </a:lnTo>
                  <a:cubicBezTo>
                    <a:pt x="418657" y="23914"/>
                    <a:pt x="681631" y="-7614"/>
                    <a:pt x="948905" y="1556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A7C4DFB-FDFD-4F28-8B00-287EB75C79EB}"/>
                </a:ext>
              </a:extLst>
            </p:cNvPr>
            <p:cNvSpPr/>
            <p:nvPr/>
          </p:nvSpPr>
          <p:spPr>
            <a:xfrm>
              <a:off x="0" y="1592806"/>
              <a:ext cx="4029221" cy="5265194"/>
            </a:xfrm>
            <a:custGeom>
              <a:avLst/>
              <a:gdLst>
                <a:gd name="connsiteX0" fmla="*/ 812878 w 4029221"/>
                <a:gd name="connsiteY0" fmla="*/ 840 h 5265194"/>
                <a:gd name="connsiteX1" fmla="*/ 960980 w 4029221"/>
                <a:gd name="connsiteY1" fmla="*/ 1442 h 5265194"/>
                <a:gd name="connsiteX2" fmla="*/ 2216856 w 4029221"/>
                <a:gd name="connsiteY2" fmla="*/ 376120 h 5265194"/>
                <a:gd name="connsiteX3" fmla="*/ 3687427 w 4029221"/>
                <a:gd name="connsiteY3" fmla="*/ 4778650 h 5265194"/>
                <a:gd name="connsiteX4" fmla="*/ 3267677 w 4029221"/>
                <a:gd name="connsiteY4" fmla="*/ 5245601 h 5265194"/>
                <a:gd name="connsiteX5" fmla="*/ 3237167 w 4029221"/>
                <a:gd name="connsiteY5" fmla="*/ 5265194 h 5265194"/>
                <a:gd name="connsiteX6" fmla="*/ 0 w 4029221"/>
                <a:gd name="connsiteY6" fmla="*/ 5265194 h 5265194"/>
                <a:gd name="connsiteX7" fmla="*/ 0 w 4029221"/>
                <a:gd name="connsiteY7" fmla="*/ 162790 h 5265194"/>
                <a:gd name="connsiteX8" fmla="*/ 58408 w 4029221"/>
                <a:gd name="connsiteY8" fmla="*/ 139352 h 5265194"/>
                <a:gd name="connsiteX9" fmla="*/ 812878 w 4029221"/>
                <a:gd name="connsiteY9" fmla="*/ 840 h 5265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29221" h="5265194">
                  <a:moveTo>
                    <a:pt x="812878" y="840"/>
                  </a:moveTo>
                  <a:cubicBezTo>
                    <a:pt x="862065" y="-449"/>
                    <a:pt x="911443" y="-258"/>
                    <a:pt x="960980" y="1442"/>
                  </a:cubicBezTo>
                  <a:cubicBezTo>
                    <a:pt x="1374507" y="15631"/>
                    <a:pt x="1799140" y="134952"/>
                    <a:pt x="2216856" y="376120"/>
                  </a:cubicBezTo>
                  <a:cubicBezTo>
                    <a:pt x="3710806" y="1238652"/>
                    <a:pt x="4537261" y="3306696"/>
                    <a:pt x="3687427" y="4778650"/>
                  </a:cubicBezTo>
                  <a:cubicBezTo>
                    <a:pt x="3567917" y="4985647"/>
                    <a:pt x="3426282" y="5131074"/>
                    <a:pt x="3267677" y="5245601"/>
                  </a:cubicBezTo>
                  <a:lnTo>
                    <a:pt x="3237167" y="5265194"/>
                  </a:lnTo>
                  <a:lnTo>
                    <a:pt x="0" y="5265194"/>
                  </a:lnTo>
                  <a:lnTo>
                    <a:pt x="0" y="162790"/>
                  </a:lnTo>
                  <a:lnTo>
                    <a:pt x="58408" y="139352"/>
                  </a:lnTo>
                  <a:cubicBezTo>
                    <a:pt x="301661" y="55163"/>
                    <a:pt x="554646" y="7607"/>
                    <a:pt x="812878" y="840"/>
                  </a:cubicBezTo>
                  <a:close/>
                </a:path>
              </a:pathLst>
            </a:custGeom>
            <a:noFill/>
            <a:ln w="19050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B6E867DF-0B62-429A-A554-CBE585048439}"/>
                </a:ext>
              </a:extLst>
            </p:cNvPr>
            <p:cNvSpPr/>
            <p:nvPr/>
          </p:nvSpPr>
          <p:spPr>
            <a:xfrm>
              <a:off x="0" y="2147333"/>
              <a:ext cx="3702048" cy="4710667"/>
            </a:xfrm>
            <a:custGeom>
              <a:avLst/>
              <a:gdLst>
                <a:gd name="connsiteX0" fmla="*/ 1057511 w 3702048"/>
                <a:gd name="connsiteY0" fmla="*/ 1243 h 4710667"/>
                <a:gd name="connsiteX1" fmla="*/ 2139959 w 3702048"/>
                <a:gd name="connsiteY1" fmla="*/ 324180 h 4710667"/>
                <a:gd name="connsiteX2" fmla="*/ 3407455 w 3702048"/>
                <a:gd name="connsiteY2" fmla="*/ 4118750 h 4710667"/>
                <a:gd name="connsiteX3" fmla="*/ 2754080 w 3702048"/>
                <a:gd name="connsiteY3" fmla="*/ 4690965 h 4710667"/>
                <a:gd name="connsiteX4" fmla="*/ 2711405 w 3702048"/>
                <a:gd name="connsiteY4" fmla="*/ 4710667 h 4710667"/>
                <a:gd name="connsiteX5" fmla="*/ 0 w 3702048"/>
                <a:gd name="connsiteY5" fmla="*/ 4710667 h 4710667"/>
                <a:gd name="connsiteX6" fmla="*/ 0 w 3702048"/>
                <a:gd name="connsiteY6" fmla="*/ 239601 h 4710667"/>
                <a:gd name="connsiteX7" fmla="*/ 72857 w 3702048"/>
                <a:gd name="connsiteY7" fmla="*/ 203063 h 4710667"/>
                <a:gd name="connsiteX8" fmla="*/ 1057511 w 3702048"/>
                <a:gd name="connsiteY8" fmla="*/ 1243 h 4710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702048" h="4710667">
                  <a:moveTo>
                    <a:pt x="1057511" y="1243"/>
                  </a:moveTo>
                  <a:cubicBezTo>
                    <a:pt x="1413932" y="13473"/>
                    <a:pt x="1779927" y="116316"/>
                    <a:pt x="2139959" y="324180"/>
                  </a:cubicBezTo>
                  <a:cubicBezTo>
                    <a:pt x="3427605" y="1067603"/>
                    <a:pt x="4139931" y="2850064"/>
                    <a:pt x="3407455" y="4118750"/>
                  </a:cubicBezTo>
                  <a:cubicBezTo>
                    <a:pt x="3235777" y="4416105"/>
                    <a:pt x="3011128" y="4566048"/>
                    <a:pt x="2754080" y="4690965"/>
                  </a:cubicBezTo>
                  <a:lnTo>
                    <a:pt x="2711405" y="4710667"/>
                  </a:lnTo>
                  <a:lnTo>
                    <a:pt x="0" y="4710667"/>
                  </a:lnTo>
                  <a:lnTo>
                    <a:pt x="0" y="239601"/>
                  </a:lnTo>
                  <a:lnTo>
                    <a:pt x="72857" y="203063"/>
                  </a:lnTo>
                  <a:cubicBezTo>
                    <a:pt x="383165" y="61024"/>
                    <a:pt x="715942" y="-10476"/>
                    <a:pt x="1057511" y="1243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54296" y="3420734"/>
            <a:ext cx="6665976" cy="2129674"/>
          </a:xfrm>
        </p:spPr>
        <p:txBody>
          <a:bodyPr anchor="b">
            <a:noAutofit/>
          </a:bodyPr>
          <a:lstStyle>
            <a:lvl1pPr algn="l">
              <a:lnSpc>
                <a:spcPct val="110000"/>
              </a:lnSpc>
              <a:defRPr sz="4800" cap="none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E197B67B-BA44-4D2A-B31D-35A89323C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54296" y="6170490"/>
            <a:ext cx="5713314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1D718595-24D3-4517-A62E-C1F493407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54295" y="5550408"/>
            <a:ext cx="6665975" cy="512064"/>
          </a:xfrm>
        </p:spPr>
        <p:txBody>
          <a:bodyPr>
            <a:normAutofit/>
          </a:bodyPr>
          <a:lstStyle>
            <a:lvl1pPr marL="0" indent="0" algn="l">
              <a:lnSpc>
                <a:spcPct val="130000"/>
              </a:lnSpc>
              <a:spcBef>
                <a:spcPts val="0"/>
              </a:spcBef>
              <a:buNone/>
              <a:defRPr sz="20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3C6217BB-A228-414D-92D9-E1D1EFEB8B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0080" y="6170491"/>
            <a:ext cx="2840083" cy="457200"/>
          </a:xfrm>
        </p:spPr>
        <p:txBody>
          <a:bodyPr/>
          <a:lstStyle>
            <a:lvl1pPr algn="l">
              <a:defRPr/>
            </a:lvl1pPr>
          </a:lstStyle>
          <a:p>
            <a:fld id="{E72EB70D-CD01-44DA-83B3-8FEB3383D307}" type="datetime1">
              <a:rPr lang="en-US" smtClean="0"/>
              <a:t>9/29/2024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55884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20240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30290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C1D6427-F07F-4D50-B151-455100AF7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58CFD-9357-46BE-A189-D637A67C8730}" type="datetime1">
              <a:rPr lang="en-US" smtClean="0"/>
              <a:t>9/29/2024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79EFBB2-C5E0-4D57-AB1D-3AA907ECF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AE6B7E1-F60B-4D08-9052-423D6FBFA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350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0241" y="2456408"/>
            <a:ext cx="4160520" cy="823912"/>
          </a:xfrm>
        </p:spPr>
        <p:txBody>
          <a:bodyPr anchor="b">
            <a:normAutofit/>
          </a:bodyPr>
          <a:lstStyle>
            <a:lvl1pPr marL="0" indent="0">
              <a:lnSpc>
                <a:spcPct val="130000"/>
              </a:lnSpc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20241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30290" y="2456408"/>
            <a:ext cx="4160520" cy="823912"/>
          </a:xfrm>
        </p:spPr>
        <p:txBody>
          <a:bodyPr anchor="b">
            <a:normAutofit/>
          </a:bodyPr>
          <a:lstStyle>
            <a:lvl1pPr marL="0" indent="0">
              <a:lnSpc>
                <a:spcPct val="99000"/>
              </a:lnSpc>
              <a:buNone/>
              <a:defRPr lang="en-US" sz="1800" b="1" kern="1200" cap="all" spc="15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30290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3771BF97-4D2A-43A4-8CDC-2250017EB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742EE-B331-4632-BD10-A82FED6B6FC0}" type="datetime1">
              <a:rPr lang="en-US" smtClean="0"/>
              <a:t>9/29/2024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020661A-DA07-4679-9226-945B5DD24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EFCE38B-E087-4988-BC3A-FE3B55E70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D3BC439C-E995-4E1F-8DE9-75C32785E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017085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F30096C-3491-4EF2-ABB2-D57F3F4B5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BA835-D13F-49F4-8F11-5D576AC65FAD}" type="datetime1">
              <a:rPr lang="en-US" smtClean="0"/>
              <a:t>9/29/2024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9DA3A85-7147-4F32-944A-B079AF514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EDDF50D-95C0-4DA2-BBC6-41774FAC1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28976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9BEFCA-6D6F-4F26-823F-C86CA694B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D1799-ACB5-4CB2-86A2-5C574F1C8706}" type="datetime1">
              <a:rPr lang="en-US" smtClean="0"/>
              <a:t>9/29/2024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2EE2C9-E87D-4495-9EDA-6BC0EDC27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5557A9-903F-4B36-8B06-D9EADF230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09857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640080"/>
            <a:ext cx="3227715" cy="2551751"/>
          </a:xfrm>
        </p:spPr>
        <p:txBody>
          <a:bodyPr anchor="b">
            <a:norm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0160" y="640080"/>
            <a:ext cx="6949440" cy="5455919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3"/>
            <a:ext cx="3227715" cy="2872197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B904BE8-2080-4FFA-9239-A8929E28FA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76488" y="6170491"/>
            <a:ext cx="2214322" cy="457200"/>
          </a:xfrm>
        </p:spPr>
        <p:txBody>
          <a:bodyPr/>
          <a:lstStyle/>
          <a:p>
            <a:fld id="{ED5DD0D6-7A82-473E-879B-C6ECD6CCCFEC}" type="datetime1">
              <a:rPr lang="en-US" smtClean="0"/>
              <a:t>9/29/2024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D5580C6-5CD7-4CDD-977D-0533C84F2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170490"/>
            <a:ext cx="6949440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18D0320-9B66-443F-8E28-8BCF07E08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75000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102651" cy="6857999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1503910"/>
            <a:ext cx="3230625" cy="1687924"/>
          </a:xfrm>
        </p:spPr>
        <p:txBody>
          <a:bodyPr anchor="b">
            <a:no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6"/>
            <a:ext cx="3227832" cy="2872194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41C2A9DB-B176-4069-8734-5B4ED352BA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76488" y="6170491"/>
            <a:ext cx="2214322" cy="457200"/>
          </a:xfrm>
        </p:spPr>
        <p:txBody>
          <a:bodyPr/>
          <a:lstStyle/>
          <a:p>
            <a:fld id="{D4605E03-BC17-41A7-854C-DFAB672737DC}" type="datetime1">
              <a:rPr lang="en-US" smtClean="0"/>
              <a:t>9/29/2024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430F9A2F-C2C4-4E1C-B4B3-07ED84F28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170490"/>
            <a:ext cx="6464410" cy="45720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9BFA0A0-2117-4A10-9DAA-080C21559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76815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397E4A-EB6A-4FA6-AA4F-69EA0C70F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6ED0C-1DA7-41F0-94CF-6218B1FEDFF1}" type="datetime1">
              <a:rPr lang="en-US" smtClean="0"/>
              <a:t>9/29/2024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1A2F5D-7AC4-4F91-965A-7B6A45D6F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6E8B86-CDB8-482F-9D9F-1BFDA3638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31218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965" y="507037"/>
            <a:ext cx="1571626" cy="53399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33700" y="524373"/>
            <a:ext cx="5959577" cy="532259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277965" y="6296615"/>
            <a:ext cx="2505996" cy="365125"/>
          </a:xfrm>
        </p:spPr>
        <p:txBody>
          <a:bodyPr/>
          <a:lstStyle/>
          <a:p>
            <a:fld id="{EECF02AB-6034-4B88-BC5A-7C17CB0EF809}" type="datetime1">
              <a:rPr lang="en-US" smtClean="0"/>
              <a:t>9/29/2024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33699" y="6296615"/>
            <a:ext cx="595957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734643" y="2853201"/>
            <a:ext cx="5383267" cy="604269"/>
          </a:xfrm>
        </p:spPr>
        <p:txBody>
          <a:bodyPr/>
          <a:lstStyle>
            <a:lvl1pPr algn="l">
              <a:defRPr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 title="Rule Line">
            <a:extLst>
              <a:ext uri="{FF2B5EF4-FFF2-40B4-BE49-F238E27FC236}">
                <a16:creationId xmlns:a16="http://schemas.microsoft.com/office/drawing/2014/main" id="{A1005B08-D2D4-455C-AA62-1200E43E7AF9}"/>
              </a:ext>
            </a:extLst>
          </p:cNvPr>
          <p:cNvCxnSpPr/>
          <p:nvPr/>
        </p:nvCxnSpPr>
        <p:spPr>
          <a:xfrm>
            <a:off x="9111582" y="571502"/>
            <a:ext cx="0" cy="5275467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68793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13AEB-1851-7B06-50BB-6BEBEDD5C3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9C56DA-BE50-37A5-0C50-7FFFEB6E99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677B83-8B78-0CA2-632B-F87A05D9F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AAA51-47F6-46B0-9B23-1766D38D6AC0}" type="datetimeFigureOut">
              <a:rPr lang="de-DE" smtClean="0"/>
              <a:t>29.09.2024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8232F-64E9-12F9-3EE8-E5282B918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10302F-A04B-E672-78D4-B0F68A72A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0B305-B9BE-42FC-A9E5-F9BF3D9D599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17818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E17FF-8C98-6223-B391-CB74DB0F9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E9F24A-E79A-844C-11BD-AC675603FA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044DFD-FBE5-6A0F-4242-20E02FAFF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AAA51-47F6-46B0-9B23-1766D38D6AC0}" type="datetimeFigureOut">
              <a:rPr lang="de-DE" smtClean="0"/>
              <a:t>29.09.2024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1FACE5-E1E9-84AF-76F9-9941E5629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9B41E0-1ECA-3F8C-469F-2C3571828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0B305-B9BE-42FC-A9E5-F9BF3D9D599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320821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73E6C-DD40-316C-D16F-CE3C76258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327982-8936-DD5A-E0BD-466044A8E6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06859-E493-2B96-0B46-0C966F83B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AAA51-47F6-46B0-9B23-1766D38D6AC0}" type="datetimeFigureOut">
              <a:rPr lang="de-DE" smtClean="0"/>
              <a:t>29.09.2024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099046-C2C3-9357-857F-1BC9103CC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E164DF-ECE1-F473-E33F-44BF7EBA9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0B305-B9BE-42FC-A9E5-F9BF3D9D599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101378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CF8B9-5005-0AA5-D5EB-926E92089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CACC3C-FA63-03D5-0077-BA0DE11CA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45A654-976B-DFC8-2CCC-E3B04F2BBE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68D319-DA14-B10E-C29C-3F7AAC7DC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AAA51-47F6-46B0-9B23-1766D38D6AC0}" type="datetimeFigureOut">
              <a:rPr lang="de-DE" smtClean="0"/>
              <a:t>29.09.2024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854DEE-A1FB-EAE8-5DF7-126971FA1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E72F62-FE60-ED65-76EB-4ED23E40E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0B305-B9BE-42FC-A9E5-F9BF3D9D599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114520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584F1-30AB-E9D5-B978-3C9BA0E3C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B9B5B4-F87E-17D5-DB5A-61C0BB599F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CDFFAA-B24E-1D70-D704-E1C0428900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13F26B-F92C-D09B-0EFB-91BCC11F0B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1D8001-0ECE-F488-1CE6-88BF024444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B9487E-9126-60A2-C2FC-AC6375915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AAA51-47F6-46B0-9B23-1766D38D6AC0}" type="datetimeFigureOut">
              <a:rPr lang="de-DE" smtClean="0"/>
              <a:t>29.09.2024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8B843F-47FB-348E-3FB1-ACB35E1C3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CC8D64-A537-B003-B0AC-3B95BABB7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0B305-B9BE-42FC-A9E5-F9BF3D9D599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866557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0B343-49C8-7CF5-0091-7A3C3F64E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F30562-4783-6F00-70DB-4E9D24A55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AAA51-47F6-46B0-9B23-1766D38D6AC0}" type="datetimeFigureOut">
              <a:rPr lang="de-DE" smtClean="0"/>
              <a:t>29.09.2024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35781F-751D-F4F9-EC1E-EF332DD47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80D055-4F15-743C-1D63-DD175232A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0B305-B9BE-42FC-A9E5-F9BF3D9D599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618635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BF2809-706E-3E5D-C4A8-59F1848F2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AAA51-47F6-46B0-9B23-1766D38D6AC0}" type="datetimeFigureOut">
              <a:rPr lang="de-DE" smtClean="0"/>
              <a:t>29.09.2024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7B1EBF-6A27-3C3F-E030-3FB874D00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9F8FBB-1EF6-47A2-5C09-422CAB51F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0B305-B9BE-42FC-A9E5-F9BF3D9D599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962086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335A2-459C-AF8F-847E-5D0EEFE38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BA2A6-8E03-6337-6FC2-8E0FE6AB1B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592623-0AC1-ADF3-ECF5-32600FC408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08DCD5-8D0F-FF56-CC15-1361A4D2D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AAA51-47F6-46B0-9B23-1766D38D6AC0}" type="datetimeFigureOut">
              <a:rPr lang="de-DE" smtClean="0"/>
              <a:t>29.09.2024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B56864-E331-E5F6-F0DE-C4CF1C4CE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D07615-A0DD-2664-43DE-AFCBB6185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0B305-B9BE-42FC-A9E5-F9BF3D9D599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934167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95FBB-C710-6E69-E758-108975C62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79B777-63D6-EFCD-FB78-DF52E607DE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E0D40F-3E66-9D76-FE91-6283C9AC42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4D6B99-E17E-838C-4F93-7CF13DA14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AAA51-47F6-46B0-9B23-1766D38D6AC0}" type="datetimeFigureOut">
              <a:rPr lang="de-DE" smtClean="0"/>
              <a:t>29.09.2024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50AC18-C63E-BC4B-FFD9-81F99B6D0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A6D384-E277-886F-1EAC-7B9357FCB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0B305-B9BE-42FC-A9E5-F9BF3D9D599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310011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08FA2-FB75-03BB-DB8E-63773038E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2218A9-DB12-3FD8-6A37-C0F51E95F1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FDFAC1-B9B9-045E-883C-E8A54690E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AAA51-47F6-46B0-9B23-1766D38D6AC0}" type="datetimeFigureOut">
              <a:rPr lang="de-DE" smtClean="0"/>
              <a:t>29.09.2024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2CC697-73EF-0C62-AD05-A9F752346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3B05D7-0C0F-164E-4D93-EDB652532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0B305-B9BE-42FC-A9E5-F9BF3D9D599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412163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79AAE0-9029-41F1-2A0D-A9DE412864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306ED4-C397-CE1E-D0C3-31271B1A06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C58644-72D5-E015-8616-465DBE413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AAA51-47F6-46B0-9B23-1766D38D6AC0}" type="datetimeFigureOut">
              <a:rPr lang="de-DE" smtClean="0"/>
              <a:t>29.09.2024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DB2040-E942-A687-2069-48A28F1DC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8EADD1-9B0F-753F-029A-D4329E512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0B305-B9BE-42FC-A9E5-F9BF3D9D599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529494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534490-CDC1-17F5-284B-F084D2D8A4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7EF9D88-44AE-AEB0-E1FB-F0B01BB9C4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7C0F70D-406D-6421-C597-005A2C218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BF34A-4AAC-4B28-9989-3A64250F68B8}" type="datetimeFigureOut">
              <a:rPr lang="de-DE" smtClean="0"/>
              <a:t>29.09.2024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24106EF-6F4B-21C2-C643-9E702AB3A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A3A1FF1-3D66-9B58-4DB6-5202414F0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138FF-00C2-487E-A22C-1F9545628EE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874860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1022C8-7736-7B36-5975-118F2DDB7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B077F37-6C29-30D6-7318-99F9075EFF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61EB596-CB55-3886-F701-FFA2B9C00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BF34A-4AAC-4B28-9989-3A64250F68B8}" type="datetimeFigureOut">
              <a:rPr lang="de-DE" smtClean="0"/>
              <a:t>29.09.2024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5E4311-DC40-F823-7EC8-00317943A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2B8BABB-D6F8-DF5F-A204-B477B6017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138FF-00C2-487E-A22C-1F9545628EE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395001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5EA699-D22F-FEA7-53D0-B21937C2E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D107CE7-D86D-F91E-6BDB-F5A59F9D2F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C975C40-4326-8F00-A83D-BC5681C3E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BF34A-4AAC-4B28-9989-3A64250F68B8}" type="datetimeFigureOut">
              <a:rPr lang="de-DE" smtClean="0"/>
              <a:t>29.09.2024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E04D564-22FD-9493-B623-8EE1887F6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640C5AF-78DA-5733-4553-B16DFCFA9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138FF-00C2-487E-A22C-1F9545628EE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691781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3CDAB6-744B-5E46-CEA5-B117F2304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B7FB58E-2A9E-9A84-96DF-A945373AFA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0D94CD3-7558-270D-3026-AF71A82150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74A6AF4-C9E7-4334-CAF0-7A8001EB6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BF34A-4AAC-4B28-9989-3A64250F68B8}" type="datetimeFigureOut">
              <a:rPr lang="de-DE" smtClean="0"/>
              <a:t>29.09.2024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16C7CA7-826C-F311-386C-A9499E17F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E10F9DA-F4DA-405F-A898-96ACAC37E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138FF-00C2-487E-A22C-1F9545628EE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342188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88A495-3E65-E7DA-01DB-692D0CC71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6D17814-3398-7301-3145-1C1527EF4C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2369B81-9A7A-B7D7-44C5-DFEC7F07E7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F41AB69-C201-FEC6-568D-81E0D58A33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65100B8-E83B-7271-08E8-4112D4D406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1BF6E26-4A8F-314A-F57B-8DE87E961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BF34A-4AAC-4B28-9989-3A64250F68B8}" type="datetimeFigureOut">
              <a:rPr lang="de-DE" smtClean="0"/>
              <a:t>29.09.2024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FDE6D80-00C6-3E86-D309-B338512BB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4AAFB7A-04B9-4C08-DAF0-813DEF6AF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138FF-00C2-487E-A22C-1F9545628EE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866553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DE202D-5EFF-334B-08DB-807802630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90ECAE5-33AC-8985-1E28-F4E2A6D7A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BF34A-4AAC-4B28-9989-3A64250F68B8}" type="datetimeFigureOut">
              <a:rPr lang="de-DE" smtClean="0"/>
              <a:t>29.09.2024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E97F566-3660-5994-8A55-D38D22AA7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B1FD4C6-B537-5023-126F-35F99AE84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138FF-00C2-487E-A22C-1F9545628EE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29485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0ABF588-4E63-F5CE-A573-3AFFACE27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BF34A-4AAC-4B28-9989-3A64250F68B8}" type="datetimeFigureOut">
              <a:rPr lang="de-DE" smtClean="0"/>
              <a:t>29.09.2024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D2DB810-089C-1791-B172-58934A693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D293D28-9F4D-3DA5-11B0-1DE224E5B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138FF-00C2-487E-A22C-1F9545628EE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958332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0E8EFC-9931-84CA-932C-62A629165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45137A9-B889-DFDE-A221-0FD32D0EDA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3102EE7-7607-BEEA-1B65-935262150E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C29263E-B4E1-4B05-4597-741A556CB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BF34A-4AAC-4B28-9989-3A64250F68B8}" type="datetimeFigureOut">
              <a:rPr lang="de-DE" smtClean="0"/>
              <a:t>29.09.2024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5D8EFFC-021C-E8C6-1409-23D84056F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B864435-E2A1-FB62-DFFF-F362192EB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138FF-00C2-487E-A22C-1F9545628EE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559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3B0D39-AFC1-D8EC-5A96-FE7198D6B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C9CBC5C9-4ADF-3B0A-E08E-DCF0865994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5BA15BB-9FBC-5D5C-87FD-210A535125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43423C4-BD9A-ED4D-D055-DB6B10510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BF34A-4AAC-4B28-9989-3A64250F68B8}" type="datetimeFigureOut">
              <a:rPr lang="de-DE" smtClean="0"/>
              <a:t>29.09.2024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4C932B4-99A3-64DC-3328-0440849ED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F60C65D-AE74-9FBE-AF95-55CA70EFD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138FF-00C2-487E-A22C-1F9545628EE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999872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196EAF-CF8F-B2D3-EBA6-37586054F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4FF3B1B-2F83-942B-3839-8EC07A9F0D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71FBB79-96C7-52EA-269F-642B0158E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BF34A-4AAC-4B28-9989-3A64250F68B8}" type="datetimeFigureOut">
              <a:rPr lang="de-DE" smtClean="0"/>
              <a:t>29.09.2024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C8E92D6-51E7-8434-3B58-935624A39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84BBD36-7EA2-EEE7-8407-A0A579DCA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138FF-00C2-487E-A22C-1F9545628EE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071782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9FBA0410-4ED7-A62D-B310-F20E6599A4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3284C73-4FC2-7A7D-717E-A9F10CC4BD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5D5ECDE-EED7-57E3-2A67-028823E92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BF34A-4AAC-4B28-9989-3A64250F68B8}" type="datetimeFigureOut">
              <a:rPr lang="de-DE" smtClean="0"/>
              <a:t>29.09.2024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CB8BCCB-E76E-D352-7106-4945EE82F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EC83896-5BC3-CF3F-4CEB-E07A2323C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138FF-00C2-487E-A22C-1F9545628EE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216209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20240" y="442220"/>
            <a:ext cx="8770571" cy="1345269"/>
          </a:xfrm>
          <a:prstGeom prst="rect">
            <a:avLst/>
          </a:prstGeom>
        </p:spPr>
        <p:txBody>
          <a:bodyPr vert="horz" lIns="109728" tIns="109728" rIns="109728" bIns="9144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0240" y="2312276"/>
            <a:ext cx="8770571" cy="3651504"/>
          </a:xfrm>
          <a:prstGeom prst="rect">
            <a:avLst/>
          </a:prstGeom>
        </p:spPr>
        <p:txBody>
          <a:bodyPr vert="horz" lIns="109728" tIns="109728" rIns="109728" bIns="9144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50727" y="6170491"/>
            <a:ext cx="2840083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r">
              <a:defRPr sz="11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C4408324-A84C-4A45-93B6-78D079CCE772}" type="datetime1">
              <a:rPr lang="en-US" smtClean="0"/>
              <a:t>9/29/2024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20240" y="6170490"/>
            <a:ext cx="5667375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1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</p:spPr>
        <p:txBody>
          <a:bodyPr vert="horz" lIns="109728" tIns="109728" rIns="109728" bIns="91440" rtlCol="0" anchor="b"/>
          <a:lstStyle>
            <a:lvl1pPr algn="r">
              <a:defRPr sz="1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  <p:cxnSp>
        <p:nvCxnSpPr>
          <p:cNvPr id="9" name="Straight Connector 8" title="Rule Line">
            <a:extLst>
              <a:ext uri="{FF2B5EF4-FFF2-40B4-BE49-F238E27FC236}">
                <a16:creationId xmlns:a16="http://schemas.microsoft.com/office/drawing/2014/main" id="{430127AE-B29E-4FDF-99D2-A2F1E7003F74}"/>
              </a:ext>
            </a:extLst>
          </p:cNvPr>
          <p:cNvCxnSpPr/>
          <p:nvPr/>
        </p:nvCxnSpPr>
        <p:spPr>
          <a:xfrm>
            <a:off x="1920240" y="2176009"/>
            <a:ext cx="8770571" cy="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4150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130000"/>
        </a:lnSpc>
        <a:spcBef>
          <a:spcPct val="0"/>
        </a:spcBef>
        <a:buNone/>
        <a:defRPr sz="3200" b="1" kern="1200" spc="1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800" b="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6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202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6pPr>
      <a:lvl7pPr marL="22402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7pPr>
      <a:lvl8pPr marL="25603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8pPr>
      <a:lvl9pPr marL="28803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38311D-8840-876C-CD01-309EB75AC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C6DC43-92B7-4C22-5C26-D08304E5B1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06B603-4E47-1968-3DE7-65997B02DB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6AAA51-47F6-46B0-9B23-1766D38D6AC0}" type="datetimeFigureOut">
              <a:rPr lang="de-DE" smtClean="0"/>
              <a:t>29.09.2024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6BDAF6-0A44-FF6C-9C8A-91A8CB79F1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F259AB-E754-2B97-D7B0-E20C7D8291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90B305-B9BE-42FC-A9E5-F9BF3D9D599B}" type="slidenum">
              <a:rPr lang="de-DE" smtClean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632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5FF0DA44-9FF4-A73B-C3B6-6E31D007B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11B34F5-5F6C-B916-A58C-8F7B8E43B5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87C247A-6FD5-51AF-2C19-51B272D2D8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FBF34A-4AAC-4B28-9989-3A64250F68B8}" type="datetimeFigureOut">
              <a:rPr lang="de-DE" smtClean="0"/>
              <a:t>29.09.2024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D69EFF3-F75C-840E-F436-AD4F5E0186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2D5A18F-5948-BE61-A3E8-B13BF4671D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D138FF-00C2-487E-A22C-1F9545628EE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29653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30127AE-B29E-4FDF-99D2-A2F1E7003F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20240" y="2176009"/>
            <a:ext cx="8770571" cy="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8181FC64-B306-4821-98E2-780662EFC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5" name="Picture 4" descr="A person in a suit and tie&#10;&#10;Description automatically generated">
            <a:extLst>
              <a:ext uri="{FF2B5EF4-FFF2-40B4-BE49-F238E27FC236}">
                <a16:creationId xmlns:a16="http://schemas.microsoft.com/office/drawing/2014/main" id="{07DB926E-07A3-0D12-4C25-95878CD085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08" r="1" b="22288"/>
          <a:stretch/>
        </p:blipFill>
        <p:spPr>
          <a:xfrm>
            <a:off x="20" y="10"/>
            <a:ext cx="9947062" cy="6857990"/>
          </a:xfrm>
          <a:prstGeom prst="rect">
            <a:avLst/>
          </a:prstGeom>
        </p:spPr>
      </p:pic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5871FC61-DD4E-47D4-81FD-8A7E7D12B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986049" y="0"/>
            <a:ext cx="5205951" cy="6858000"/>
          </a:xfrm>
          <a:custGeom>
            <a:avLst/>
            <a:gdLst>
              <a:gd name="connsiteX0" fmla="*/ 0 w 5205951"/>
              <a:gd name="connsiteY0" fmla="*/ 0 h 6858000"/>
              <a:gd name="connsiteX1" fmla="*/ 1709529 w 5205951"/>
              <a:gd name="connsiteY1" fmla="*/ 0 h 6858000"/>
              <a:gd name="connsiteX2" fmla="*/ 2489695 w 5205951"/>
              <a:gd name="connsiteY2" fmla="*/ 0 h 6858000"/>
              <a:gd name="connsiteX3" fmla="*/ 3582928 w 5205951"/>
              <a:gd name="connsiteY3" fmla="*/ 0 h 6858000"/>
              <a:gd name="connsiteX4" fmla="*/ 3605052 w 5205951"/>
              <a:gd name="connsiteY4" fmla="*/ 14997 h 6858000"/>
              <a:gd name="connsiteX5" fmla="*/ 5205951 w 5205951"/>
              <a:gd name="connsiteY5" fmla="*/ 3621656 h 6858000"/>
              <a:gd name="connsiteX6" fmla="*/ 3331601 w 5205951"/>
              <a:gd name="connsiteY6" fmla="*/ 6374814 h 6858000"/>
              <a:gd name="connsiteX7" fmla="*/ 2814953 w 5205951"/>
              <a:gd name="connsiteY7" fmla="*/ 6780599 h 6858000"/>
              <a:gd name="connsiteX8" fmla="*/ 2703197 w 5205951"/>
              <a:gd name="connsiteY8" fmla="*/ 6858000 h 6858000"/>
              <a:gd name="connsiteX9" fmla="*/ 2489695 w 5205951"/>
              <a:gd name="connsiteY9" fmla="*/ 6858000 h 6858000"/>
              <a:gd name="connsiteX10" fmla="*/ 1709529 w 5205951"/>
              <a:gd name="connsiteY10" fmla="*/ 6858000 h 6858000"/>
              <a:gd name="connsiteX11" fmla="*/ 0 w 5205951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205951" h="6858000">
                <a:moveTo>
                  <a:pt x="0" y="0"/>
                </a:moveTo>
                <a:lnTo>
                  <a:pt x="1709529" y="0"/>
                </a:lnTo>
                <a:lnTo>
                  <a:pt x="2489695" y="0"/>
                </a:lnTo>
                <a:lnTo>
                  <a:pt x="3582928" y="0"/>
                </a:lnTo>
                <a:lnTo>
                  <a:pt x="3605052" y="14997"/>
                </a:lnTo>
                <a:cubicBezTo>
                  <a:pt x="4632215" y="754641"/>
                  <a:pt x="5205951" y="2093192"/>
                  <a:pt x="5205951" y="3621656"/>
                </a:cubicBezTo>
                <a:cubicBezTo>
                  <a:pt x="5205951" y="4969131"/>
                  <a:pt x="4277226" y="5602839"/>
                  <a:pt x="3331601" y="6374814"/>
                </a:cubicBezTo>
                <a:cubicBezTo>
                  <a:pt x="3159398" y="6515397"/>
                  <a:pt x="2988771" y="6653108"/>
                  <a:pt x="2814953" y="6780599"/>
                </a:cubicBezTo>
                <a:lnTo>
                  <a:pt x="2703197" y="6858000"/>
                </a:lnTo>
                <a:lnTo>
                  <a:pt x="2489695" y="6858000"/>
                </a:lnTo>
                <a:lnTo>
                  <a:pt x="1709529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 useBgFill="1">
        <p:nvSpPr>
          <p:cNvPr id="27" name="Freeform: Shape 26">
            <a:extLst>
              <a:ext uri="{FF2B5EF4-FFF2-40B4-BE49-F238E27FC236}">
                <a16:creationId xmlns:a16="http://schemas.microsoft.com/office/drawing/2014/main" id="{8B598134-D292-43E6-9C55-117198046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11834" y="0"/>
            <a:ext cx="4980168" cy="6858000"/>
          </a:xfrm>
          <a:custGeom>
            <a:avLst/>
            <a:gdLst>
              <a:gd name="connsiteX0" fmla="*/ 1623023 w 4901771"/>
              <a:gd name="connsiteY0" fmla="*/ 0 h 6858000"/>
              <a:gd name="connsiteX1" fmla="*/ 2716256 w 4901771"/>
              <a:gd name="connsiteY1" fmla="*/ 0 h 6858000"/>
              <a:gd name="connsiteX2" fmla="*/ 3496422 w 4901771"/>
              <a:gd name="connsiteY2" fmla="*/ 0 h 6858000"/>
              <a:gd name="connsiteX3" fmla="*/ 4544484 w 4901771"/>
              <a:gd name="connsiteY3" fmla="*/ 0 h 6858000"/>
              <a:gd name="connsiteX4" fmla="*/ 4710787 w 4901771"/>
              <a:gd name="connsiteY4" fmla="*/ 0 h 6858000"/>
              <a:gd name="connsiteX5" fmla="*/ 4901771 w 4901771"/>
              <a:gd name="connsiteY5" fmla="*/ 0 h 6858000"/>
              <a:gd name="connsiteX6" fmla="*/ 4901771 w 4901771"/>
              <a:gd name="connsiteY6" fmla="*/ 6858000 h 6858000"/>
              <a:gd name="connsiteX7" fmla="*/ 4710787 w 4901771"/>
              <a:gd name="connsiteY7" fmla="*/ 6858000 h 6858000"/>
              <a:gd name="connsiteX8" fmla="*/ 4544484 w 4901771"/>
              <a:gd name="connsiteY8" fmla="*/ 6858000 h 6858000"/>
              <a:gd name="connsiteX9" fmla="*/ 3496422 w 4901771"/>
              <a:gd name="connsiteY9" fmla="*/ 6858000 h 6858000"/>
              <a:gd name="connsiteX10" fmla="*/ 2716256 w 4901771"/>
              <a:gd name="connsiteY10" fmla="*/ 6858000 h 6858000"/>
              <a:gd name="connsiteX11" fmla="*/ 2502754 w 4901771"/>
              <a:gd name="connsiteY11" fmla="*/ 6858000 h 6858000"/>
              <a:gd name="connsiteX12" fmla="*/ 2390998 w 4901771"/>
              <a:gd name="connsiteY12" fmla="*/ 6780599 h 6858000"/>
              <a:gd name="connsiteX13" fmla="*/ 1874350 w 4901771"/>
              <a:gd name="connsiteY13" fmla="*/ 6374814 h 6858000"/>
              <a:gd name="connsiteX14" fmla="*/ 0 w 4901771"/>
              <a:gd name="connsiteY14" fmla="*/ 3621656 h 6858000"/>
              <a:gd name="connsiteX15" fmla="*/ 1600899 w 4901771"/>
              <a:gd name="connsiteY15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901771" h="6858000">
                <a:moveTo>
                  <a:pt x="1623023" y="0"/>
                </a:moveTo>
                <a:lnTo>
                  <a:pt x="2716256" y="0"/>
                </a:lnTo>
                <a:lnTo>
                  <a:pt x="3496422" y="0"/>
                </a:lnTo>
                <a:lnTo>
                  <a:pt x="4544484" y="0"/>
                </a:lnTo>
                <a:lnTo>
                  <a:pt x="4710787" y="0"/>
                </a:lnTo>
                <a:lnTo>
                  <a:pt x="4901771" y="0"/>
                </a:lnTo>
                <a:lnTo>
                  <a:pt x="4901771" y="6858000"/>
                </a:lnTo>
                <a:lnTo>
                  <a:pt x="4710787" y="6858000"/>
                </a:lnTo>
                <a:lnTo>
                  <a:pt x="4544484" y="6858000"/>
                </a:lnTo>
                <a:lnTo>
                  <a:pt x="3496422" y="6858000"/>
                </a:lnTo>
                <a:lnTo>
                  <a:pt x="2716256" y="6858000"/>
                </a:lnTo>
                <a:lnTo>
                  <a:pt x="2502754" y="6858000"/>
                </a:lnTo>
                <a:lnTo>
                  <a:pt x="2390998" y="6780599"/>
                </a:lnTo>
                <a:cubicBezTo>
                  <a:pt x="2217180" y="6653108"/>
                  <a:pt x="2046553" y="6515397"/>
                  <a:pt x="1874350" y="6374814"/>
                </a:cubicBezTo>
                <a:cubicBezTo>
                  <a:pt x="928725" y="5602839"/>
                  <a:pt x="0" y="4969131"/>
                  <a:pt x="0" y="3621656"/>
                </a:cubicBezTo>
                <a:cubicBezTo>
                  <a:pt x="0" y="2093192"/>
                  <a:pt x="573736" y="754641"/>
                  <a:pt x="1600899" y="14997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829A1E2C-5AC8-40FC-99E9-832069D397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97013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EFD8C6-9E69-1B9D-BACE-6FA4834DA4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19" y="1045596"/>
            <a:ext cx="3981157" cy="1964890"/>
          </a:xfrm>
        </p:spPr>
        <p:txBody>
          <a:bodyPr vert="horz" lIns="109728" tIns="109728" rIns="109728" bIns="91440" rtlCol="0" anchor="b">
            <a:normAutofit/>
          </a:bodyPr>
          <a:lstStyle/>
          <a:p>
            <a:r>
              <a:rPr lang="de-DE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Schöne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Jugend</a:t>
            </a:r>
            <a:b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de-DE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Gottfried Benn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DC71BF-0BAA-1436-A78D-28CEBD3CD0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6719" y="3220278"/>
            <a:ext cx="3981157" cy="2592126"/>
          </a:xfrm>
        </p:spPr>
        <p:txBody>
          <a:bodyPr vert="horz" lIns="109728" tIns="109728" rIns="109728" bIns="91440" rtlCol="0">
            <a:normAutofit/>
          </a:bodyPr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Quin Barnard &amp; Bianca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Weiß</a:t>
            </a:r>
            <a:b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den 7. 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Oktober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2024</a:t>
            </a:r>
            <a:b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Deutsch 188</a:t>
            </a:r>
            <a:b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Prof. Ingo Müller</a:t>
            </a:r>
          </a:p>
        </p:txBody>
      </p:sp>
    </p:spTree>
    <p:extLst>
      <p:ext uri="{BB962C8B-B14F-4D97-AF65-F5344CB8AC3E}">
        <p14:creationId xmlns:p14="http://schemas.microsoft.com/office/powerpoint/2010/main" val="22628704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C14302F-E955-47D0-A56B-D1D1A6953B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73" y="-9274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72E366A-B6DD-4F06-A42A-FF634FDE1B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48839" y="970769"/>
            <a:ext cx="4936895" cy="4669465"/>
            <a:chOff x="648839" y="970769"/>
            <a:chExt cx="4936895" cy="4669465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750E550-BE93-4743-8659-1531F86CB6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743803" y="1124162"/>
              <a:ext cx="4691485" cy="4342182"/>
            </a:xfrm>
            <a:custGeom>
              <a:avLst/>
              <a:gdLst>
                <a:gd name="connsiteX0" fmla="*/ 2180840 w 3810827"/>
                <a:gd name="connsiteY0" fmla="*/ 0 h 3634591"/>
                <a:gd name="connsiteX1" fmla="*/ 2866380 w 3810827"/>
                <a:gd name="connsiteY1" fmla="*/ 145165 h 3634591"/>
                <a:gd name="connsiteX2" fmla="*/ 3366366 w 3810827"/>
                <a:gd name="connsiteY2" fmla="*/ 536835 h 3634591"/>
                <a:gd name="connsiteX3" fmla="*/ 3810827 w 3810827"/>
                <a:gd name="connsiteY3" fmla="*/ 1924156 h 3634591"/>
                <a:gd name="connsiteX4" fmla="*/ 3612844 w 3810827"/>
                <a:gd name="connsiteY4" fmla="*/ 2493111 h 3634591"/>
                <a:gd name="connsiteX5" fmla="*/ 3026664 w 3810827"/>
                <a:gd name="connsiteY5" fmla="*/ 3022891 h 3634591"/>
                <a:gd name="connsiteX6" fmla="*/ 2897783 w 3810827"/>
                <a:gd name="connsiteY6" fmla="*/ 3124233 h 3634591"/>
                <a:gd name="connsiteX7" fmla="*/ 1838765 w 3810827"/>
                <a:gd name="connsiteY7" fmla="*/ 3634591 h 3634591"/>
                <a:gd name="connsiteX8" fmla="*/ 443724 w 3810827"/>
                <a:gd name="connsiteY8" fmla="*/ 2805020 h 3634591"/>
                <a:gd name="connsiteX9" fmla="*/ 295053 w 3810827"/>
                <a:gd name="connsiteY9" fmla="*/ 2592792 h 3634591"/>
                <a:gd name="connsiteX10" fmla="*/ 0 w 3810827"/>
                <a:gd name="connsiteY10" fmla="*/ 1924156 h 3634591"/>
                <a:gd name="connsiteX11" fmla="*/ 178275 w 3810827"/>
                <a:gd name="connsiteY11" fmla="*/ 1204061 h 3634591"/>
                <a:gd name="connsiteX12" fmla="*/ 669921 w 3810827"/>
                <a:gd name="connsiteY12" fmla="*/ 585306 h 3634591"/>
                <a:gd name="connsiteX13" fmla="*/ 1380730 w 3810827"/>
                <a:gd name="connsiteY13" fmla="*/ 156203 h 3634591"/>
                <a:gd name="connsiteX14" fmla="*/ 2180840 w 3810827"/>
                <a:gd name="connsiteY14" fmla="*/ 0 h 3634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10827" h="3634591">
                  <a:moveTo>
                    <a:pt x="2180840" y="0"/>
                  </a:moveTo>
                  <a:cubicBezTo>
                    <a:pt x="2431406" y="0"/>
                    <a:pt x="2662018" y="48886"/>
                    <a:pt x="2866380" y="145165"/>
                  </a:cubicBezTo>
                  <a:cubicBezTo>
                    <a:pt x="3057903" y="235467"/>
                    <a:pt x="3226119" y="367269"/>
                    <a:pt x="3366366" y="536835"/>
                  </a:cubicBezTo>
                  <a:cubicBezTo>
                    <a:pt x="3652997" y="883519"/>
                    <a:pt x="3810827" y="1376199"/>
                    <a:pt x="3810827" y="1924156"/>
                  </a:cubicBezTo>
                  <a:cubicBezTo>
                    <a:pt x="3810827" y="2142775"/>
                    <a:pt x="3749739" y="2318234"/>
                    <a:pt x="3612844" y="2493111"/>
                  </a:cubicBezTo>
                  <a:cubicBezTo>
                    <a:pt x="3469652" y="2676041"/>
                    <a:pt x="3254495" y="2844528"/>
                    <a:pt x="3026664" y="3022891"/>
                  </a:cubicBezTo>
                  <a:cubicBezTo>
                    <a:pt x="2984630" y="3055759"/>
                    <a:pt x="2941206" y="3089789"/>
                    <a:pt x="2897783" y="3124233"/>
                  </a:cubicBezTo>
                  <a:cubicBezTo>
                    <a:pt x="2509094" y="3432490"/>
                    <a:pt x="2225408" y="3634591"/>
                    <a:pt x="1838765" y="3634591"/>
                  </a:cubicBezTo>
                  <a:cubicBezTo>
                    <a:pt x="1249640" y="3634591"/>
                    <a:pt x="832413" y="3386508"/>
                    <a:pt x="443724" y="2805020"/>
                  </a:cubicBezTo>
                  <a:cubicBezTo>
                    <a:pt x="392859" y="2728910"/>
                    <a:pt x="343138" y="2659690"/>
                    <a:pt x="295053" y="2592792"/>
                  </a:cubicBezTo>
                  <a:cubicBezTo>
                    <a:pt x="95761" y="2315411"/>
                    <a:pt x="0" y="2171160"/>
                    <a:pt x="0" y="1924156"/>
                  </a:cubicBezTo>
                  <a:cubicBezTo>
                    <a:pt x="0" y="1678896"/>
                    <a:pt x="60024" y="1436622"/>
                    <a:pt x="178275" y="1204061"/>
                  </a:cubicBezTo>
                  <a:cubicBezTo>
                    <a:pt x="293990" y="976561"/>
                    <a:pt x="459425" y="768319"/>
                    <a:pt x="669921" y="585306"/>
                  </a:cubicBezTo>
                  <a:cubicBezTo>
                    <a:pt x="876818" y="405365"/>
                    <a:pt x="1122558" y="256964"/>
                    <a:pt x="1380730" y="156203"/>
                  </a:cubicBezTo>
                  <a:cubicBezTo>
                    <a:pt x="1645852" y="52539"/>
                    <a:pt x="1915145" y="0"/>
                    <a:pt x="2180840" y="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E626DC7-F0FE-49A7-AA4C-A8DB1F7EBA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864592" y="1290468"/>
              <a:ext cx="4389795" cy="4074679"/>
            </a:xfrm>
            <a:custGeom>
              <a:avLst/>
              <a:gdLst>
                <a:gd name="connsiteX0" fmla="*/ 2180840 w 3810827"/>
                <a:gd name="connsiteY0" fmla="*/ 0 h 3634591"/>
                <a:gd name="connsiteX1" fmla="*/ 2866380 w 3810827"/>
                <a:gd name="connsiteY1" fmla="*/ 145165 h 3634591"/>
                <a:gd name="connsiteX2" fmla="*/ 3366366 w 3810827"/>
                <a:gd name="connsiteY2" fmla="*/ 536835 h 3634591"/>
                <a:gd name="connsiteX3" fmla="*/ 3810827 w 3810827"/>
                <a:gd name="connsiteY3" fmla="*/ 1924156 h 3634591"/>
                <a:gd name="connsiteX4" fmla="*/ 3612844 w 3810827"/>
                <a:gd name="connsiteY4" fmla="*/ 2493111 h 3634591"/>
                <a:gd name="connsiteX5" fmla="*/ 3026664 w 3810827"/>
                <a:gd name="connsiteY5" fmla="*/ 3022891 h 3634591"/>
                <a:gd name="connsiteX6" fmla="*/ 2897783 w 3810827"/>
                <a:gd name="connsiteY6" fmla="*/ 3124233 h 3634591"/>
                <a:gd name="connsiteX7" fmla="*/ 1838765 w 3810827"/>
                <a:gd name="connsiteY7" fmla="*/ 3634591 h 3634591"/>
                <a:gd name="connsiteX8" fmla="*/ 443724 w 3810827"/>
                <a:gd name="connsiteY8" fmla="*/ 2805020 h 3634591"/>
                <a:gd name="connsiteX9" fmla="*/ 295053 w 3810827"/>
                <a:gd name="connsiteY9" fmla="*/ 2592792 h 3634591"/>
                <a:gd name="connsiteX10" fmla="*/ 0 w 3810827"/>
                <a:gd name="connsiteY10" fmla="*/ 1924156 h 3634591"/>
                <a:gd name="connsiteX11" fmla="*/ 178275 w 3810827"/>
                <a:gd name="connsiteY11" fmla="*/ 1204061 h 3634591"/>
                <a:gd name="connsiteX12" fmla="*/ 669921 w 3810827"/>
                <a:gd name="connsiteY12" fmla="*/ 585306 h 3634591"/>
                <a:gd name="connsiteX13" fmla="*/ 1380730 w 3810827"/>
                <a:gd name="connsiteY13" fmla="*/ 156203 h 3634591"/>
                <a:gd name="connsiteX14" fmla="*/ 2180840 w 3810827"/>
                <a:gd name="connsiteY14" fmla="*/ 0 h 3634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10827" h="3634591">
                  <a:moveTo>
                    <a:pt x="2180840" y="0"/>
                  </a:moveTo>
                  <a:cubicBezTo>
                    <a:pt x="2431406" y="0"/>
                    <a:pt x="2662018" y="48886"/>
                    <a:pt x="2866380" y="145165"/>
                  </a:cubicBezTo>
                  <a:cubicBezTo>
                    <a:pt x="3057903" y="235467"/>
                    <a:pt x="3226119" y="367269"/>
                    <a:pt x="3366366" y="536835"/>
                  </a:cubicBezTo>
                  <a:cubicBezTo>
                    <a:pt x="3652997" y="883519"/>
                    <a:pt x="3810827" y="1376199"/>
                    <a:pt x="3810827" y="1924156"/>
                  </a:cubicBezTo>
                  <a:cubicBezTo>
                    <a:pt x="3810827" y="2142775"/>
                    <a:pt x="3749739" y="2318234"/>
                    <a:pt x="3612844" y="2493111"/>
                  </a:cubicBezTo>
                  <a:cubicBezTo>
                    <a:pt x="3469652" y="2676041"/>
                    <a:pt x="3254495" y="2844528"/>
                    <a:pt x="3026664" y="3022891"/>
                  </a:cubicBezTo>
                  <a:cubicBezTo>
                    <a:pt x="2984630" y="3055759"/>
                    <a:pt x="2941206" y="3089789"/>
                    <a:pt x="2897783" y="3124233"/>
                  </a:cubicBezTo>
                  <a:cubicBezTo>
                    <a:pt x="2509094" y="3432490"/>
                    <a:pt x="2225408" y="3634591"/>
                    <a:pt x="1838765" y="3634591"/>
                  </a:cubicBezTo>
                  <a:cubicBezTo>
                    <a:pt x="1249640" y="3634591"/>
                    <a:pt x="832413" y="3386508"/>
                    <a:pt x="443724" y="2805020"/>
                  </a:cubicBezTo>
                  <a:cubicBezTo>
                    <a:pt x="392859" y="2728910"/>
                    <a:pt x="343138" y="2659690"/>
                    <a:pt x="295053" y="2592792"/>
                  </a:cubicBezTo>
                  <a:cubicBezTo>
                    <a:pt x="95761" y="2315411"/>
                    <a:pt x="0" y="2171160"/>
                    <a:pt x="0" y="1924156"/>
                  </a:cubicBezTo>
                  <a:cubicBezTo>
                    <a:pt x="0" y="1678896"/>
                    <a:pt x="60024" y="1436622"/>
                    <a:pt x="178275" y="1204061"/>
                  </a:cubicBezTo>
                  <a:cubicBezTo>
                    <a:pt x="293990" y="976561"/>
                    <a:pt x="459425" y="768319"/>
                    <a:pt x="669921" y="585306"/>
                  </a:cubicBezTo>
                  <a:cubicBezTo>
                    <a:pt x="876818" y="405365"/>
                    <a:pt x="1122558" y="256964"/>
                    <a:pt x="1380730" y="156203"/>
                  </a:cubicBezTo>
                  <a:cubicBezTo>
                    <a:pt x="1645852" y="52539"/>
                    <a:pt x="1915145" y="0"/>
                    <a:pt x="2180840" y="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EBB781F-78E5-4C66-811C-9FF8B5D501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1300000" flipH="1">
              <a:off x="648839" y="970769"/>
              <a:ext cx="4936895" cy="4669465"/>
            </a:xfrm>
            <a:custGeom>
              <a:avLst/>
              <a:gdLst>
                <a:gd name="connsiteX0" fmla="*/ 2180840 w 3810827"/>
                <a:gd name="connsiteY0" fmla="*/ 0 h 3634591"/>
                <a:gd name="connsiteX1" fmla="*/ 2866380 w 3810827"/>
                <a:gd name="connsiteY1" fmla="*/ 145165 h 3634591"/>
                <a:gd name="connsiteX2" fmla="*/ 3366366 w 3810827"/>
                <a:gd name="connsiteY2" fmla="*/ 536835 h 3634591"/>
                <a:gd name="connsiteX3" fmla="*/ 3810827 w 3810827"/>
                <a:gd name="connsiteY3" fmla="*/ 1924156 h 3634591"/>
                <a:gd name="connsiteX4" fmla="*/ 3612844 w 3810827"/>
                <a:gd name="connsiteY4" fmla="*/ 2493111 h 3634591"/>
                <a:gd name="connsiteX5" fmla="*/ 3026664 w 3810827"/>
                <a:gd name="connsiteY5" fmla="*/ 3022891 h 3634591"/>
                <a:gd name="connsiteX6" fmla="*/ 2897783 w 3810827"/>
                <a:gd name="connsiteY6" fmla="*/ 3124233 h 3634591"/>
                <a:gd name="connsiteX7" fmla="*/ 1838765 w 3810827"/>
                <a:gd name="connsiteY7" fmla="*/ 3634591 h 3634591"/>
                <a:gd name="connsiteX8" fmla="*/ 443724 w 3810827"/>
                <a:gd name="connsiteY8" fmla="*/ 2805020 h 3634591"/>
                <a:gd name="connsiteX9" fmla="*/ 295053 w 3810827"/>
                <a:gd name="connsiteY9" fmla="*/ 2592792 h 3634591"/>
                <a:gd name="connsiteX10" fmla="*/ 0 w 3810827"/>
                <a:gd name="connsiteY10" fmla="*/ 1924156 h 3634591"/>
                <a:gd name="connsiteX11" fmla="*/ 178275 w 3810827"/>
                <a:gd name="connsiteY11" fmla="*/ 1204061 h 3634591"/>
                <a:gd name="connsiteX12" fmla="*/ 669921 w 3810827"/>
                <a:gd name="connsiteY12" fmla="*/ 585306 h 3634591"/>
                <a:gd name="connsiteX13" fmla="*/ 1380730 w 3810827"/>
                <a:gd name="connsiteY13" fmla="*/ 156203 h 3634591"/>
                <a:gd name="connsiteX14" fmla="*/ 2180840 w 3810827"/>
                <a:gd name="connsiteY14" fmla="*/ 0 h 3634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10827" h="3634591">
                  <a:moveTo>
                    <a:pt x="2180840" y="0"/>
                  </a:moveTo>
                  <a:cubicBezTo>
                    <a:pt x="2431406" y="0"/>
                    <a:pt x="2662018" y="48886"/>
                    <a:pt x="2866380" y="145165"/>
                  </a:cubicBezTo>
                  <a:cubicBezTo>
                    <a:pt x="3057903" y="235467"/>
                    <a:pt x="3226119" y="367269"/>
                    <a:pt x="3366366" y="536835"/>
                  </a:cubicBezTo>
                  <a:cubicBezTo>
                    <a:pt x="3652997" y="883519"/>
                    <a:pt x="3810827" y="1376199"/>
                    <a:pt x="3810827" y="1924156"/>
                  </a:cubicBezTo>
                  <a:cubicBezTo>
                    <a:pt x="3810827" y="2142775"/>
                    <a:pt x="3749739" y="2318234"/>
                    <a:pt x="3612844" y="2493111"/>
                  </a:cubicBezTo>
                  <a:cubicBezTo>
                    <a:pt x="3469652" y="2676041"/>
                    <a:pt x="3254495" y="2844528"/>
                    <a:pt x="3026664" y="3022891"/>
                  </a:cubicBezTo>
                  <a:cubicBezTo>
                    <a:pt x="2984630" y="3055759"/>
                    <a:pt x="2941206" y="3089789"/>
                    <a:pt x="2897783" y="3124233"/>
                  </a:cubicBezTo>
                  <a:cubicBezTo>
                    <a:pt x="2509094" y="3432490"/>
                    <a:pt x="2225408" y="3634591"/>
                    <a:pt x="1838765" y="3634591"/>
                  </a:cubicBezTo>
                  <a:cubicBezTo>
                    <a:pt x="1249640" y="3634591"/>
                    <a:pt x="832413" y="3386508"/>
                    <a:pt x="443724" y="2805020"/>
                  </a:cubicBezTo>
                  <a:cubicBezTo>
                    <a:pt x="392859" y="2728910"/>
                    <a:pt x="343138" y="2659690"/>
                    <a:pt x="295053" y="2592792"/>
                  </a:cubicBezTo>
                  <a:cubicBezTo>
                    <a:pt x="95761" y="2315411"/>
                    <a:pt x="0" y="2171160"/>
                    <a:pt x="0" y="1924156"/>
                  </a:cubicBezTo>
                  <a:cubicBezTo>
                    <a:pt x="0" y="1678896"/>
                    <a:pt x="60024" y="1436622"/>
                    <a:pt x="178275" y="1204061"/>
                  </a:cubicBezTo>
                  <a:cubicBezTo>
                    <a:pt x="293990" y="976561"/>
                    <a:pt x="459425" y="768319"/>
                    <a:pt x="669921" y="585306"/>
                  </a:cubicBezTo>
                  <a:cubicBezTo>
                    <a:pt x="876818" y="405365"/>
                    <a:pt x="1122558" y="256964"/>
                    <a:pt x="1380730" y="156203"/>
                  </a:cubicBezTo>
                  <a:cubicBezTo>
                    <a:pt x="1645852" y="52539"/>
                    <a:pt x="1915145" y="0"/>
                    <a:pt x="2180840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284476-BB18-AC98-1202-A78A01E06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2543" y="1833229"/>
            <a:ext cx="3577022" cy="2934031"/>
          </a:xfrm>
        </p:spPr>
        <p:txBody>
          <a:bodyPr anchor="ctr">
            <a:normAutofit/>
          </a:bodyPr>
          <a:lstStyle/>
          <a:p>
            <a:r>
              <a:rPr lang="de-DE" dirty="0"/>
              <a:t>Schöne Jugend</a:t>
            </a:r>
            <a:br>
              <a:rPr lang="de-DE" dirty="0"/>
            </a:br>
            <a:r>
              <a:rPr lang="de-DE" sz="1800" b="0" dirty="0"/>
              <a:t>(1912)</a:t>
            </a:r>
          </a:p>
        </p:txBody>
      </p:sp>
      <p:sp>
        <p:nvSpPr>
          <p:cNvPr id="50" name="Content Placeholder 2">
            <a:extLst>
              <a:ext uri="{FF2B5EF4-FFF2-40B4-BE49-F238E27FC236}">
                <a16:creationId xmlns:a16="http://schemas.microsoft.com/office/drawing/2014/main" id="{3429AE08-A109-6F89-AEDC-6851AE398B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345" y="360765"/>
            <a:ext cx="6218273" cy="5578217"/>
          </a:xfr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de-DE" sz="1400" dirty="0">
                <a:ea typeface="Hack Nerd Font Mono" panose="020B0609030202020204" pitchFamily="49" charset="0"/>
                <a:cs typeface="Hack Nerd Font Mono" panose="020B0609030202020204" pitchFamily="49" charset="0"/>
              </a:rPr>
              <a:t>Der Mund eines Mädchens, das lange im Schilf gelegen hatte,</a:t>
            </a:r>
          </a:p>
          <a:p>
            <a:pPr>
              <a:lnSpc>
                <a:spcPct val="100000"/>
              </a:lnSpc>
            </a:pPr>
            <a:r>
              <a:rPr lang="de-DE" sz="1400" dirty="0">
                <a:ea typeface="Hack Nerd Font Mono" panose="020B0609030202020204" pitchFamily="49" charset="0"/>
                <a:cs typeface="Hack Nerd Font Mono" panose="020B0609030202020204" pitchFamily="49" charset="0"/>
              </a:rPr>
              <a:t>sah so angeknabbert aus.</a:t>
            </a:r>
          </a:p>
          <a:p>
            <a:pPr>
              <a:lnSpc>
                <a:spcPct val="100000"/>
              </a:lnSpc>
            </a:pPr>
            <a:r>
              <a:rPr lang="de-DE" sz="1400" dirty="0">
                <a:ea typeface="Hack Nerd Font Mono" panose="020B0609030202020204" pitchFamily="49" charset="0"/>
                <a:cs typeface="Hack Nerd Font Mono" panose="020B0609030202020204" pitchFamily="49" charset="0"/>
              </a:rPr>
              <a:t>Als man die Brust aufbrach, war die Speiseröhre so löcherig.</a:t>
            </a:r>
          </a:p>
          <a:p>
            <a:pPr>
              <a:lnSpc>
                <a:spcPct val="100000"/>
              </a:lnSpc>
            </a:pPr>
            <a:r>
              <a:rPr lang="de-DE" sz="1400" dirty="0">
                <a:ea typeface="Hack Nerd Font Mono" panose="020B0609030202020204" pitchFamily="49" charset="0"/>
                <a:cs typeface="Hack Nerd Font Mono" panose="020B0609030202020204" pitchFamily="49" charset="0"/>
              </a:rPr>
              <a:t>Schließlich in einer Laube unter dem Zwerchfell</a:t>
            </a:r>
          </a:p>
          <a:p>
            <a:pPr>
              <a:lnSpc>
                <a:spcPct val="100000"/>
              </a:lnSpc>
            </a:pPr>
            <a:r>
              <a:rPr lang="de-DE" sz="1400" dirty="0">
                <a:ea typeface="Hack Nerd Font Mono" panose="020B0609030202020204" pitchFamily="49" charset="0"/>
                <a:cs typeface="Hack Nerd Font Mono" panose="020B0609030202020204" pitchFamily="49" charset="0"/>
              </a:rPr>
              <a:t>fand man ein Nest von jungen Ratten.</a:t>
            </a:r>
          </a:p>
          <a:p>
            <a:pPr>
              <a:lnSpc>
                <a:spcPct val="100000"/>
              </a:lnSpc>
            </a:pPr>
            <a:r>
              <a:rPr lang="de-DE" sz="1400" dirty="0">
                <a:ea typeface="Hack Nerd Font Mono" panose="020B0609030202020204" pitchFamily="49" charset="0"/>
                <a:cs typeface="Hack Nerd Font Mono" panose="020B0609030202020204" pitchFamily="49" charset="0"/>
              </a:rPr>
              <a:t>Ein kleines Schwesterchen lag tot.</a:t>
            </a:r>
          </a:p>
          <a:p>
            <a:pPr>
              <a:lnSpc>
                <a:spcPct val="100000"/>
              </a:lnSpc>
            </a:pPr>
            <a:r>
              <a:rPr lang="de-DE" sz="1400" dirty="0">
                <a:ea typeface="Hack Nerd Font Mono" panose="020B0609030202020204" pitchFamily="49" charset="0"/>
                <a:cs typeface="Hack Nerd Font Mono" panose="020B0609030202020204" pitchFamily="49" charset="0"/>
              </a:rPr>
              <a:t>Die andern lebten von Leber und Niere,</a:t>
            </a:r>
          </a:p>
          <a:p>
            <a:pPr>
              <a:lnSpc>
                <a:spcPct val="100000"/>
              </a:lnSpc>
            </a:pPr>
            <a:r>
              <a:rPr lang="de-DE" sz="1400" dirty="0">
                <a:ea typeface="Hack Nerd Font Mono" panose="020B0609030202020204" pitchFamily="49" charset="0"/>
                <a:cs typeface="Hack Nerd Font Mono" panose="020B0609030202020204" pitchFamily="49" charset="0"/>
              </a:rPr>
              <a:t>tranken das kalte Blut und hatten</a:t>
            </a:r>
          </a:p>
          <a:p>
            <a:pPr>
              <a:lnSpc>
                <a:spcPct val="100000"/>
              </a:lnSpc>
            </a:pPr>
            <a:r>
              <a:rPr lang="de-DE" sz="1400" dirty="0">
                <a:ea typeface="Hack Nerd Font Mono" panose="020B0609030202020204" pitchFamily="49" charset="0"/>
                <a:cs typeface="Hack Nerd Font Mono" panose="020B0609030202020204" pitchFamily="49" charset="0"/>
              </a:rPr>
              <a:t>hier eine schöne Jugend verlebt.</a:t>
            </a:r>
          </a:p>
          <a:p>
            <a:pPr>
              <a:lnSpc>
                <a:spcPct val="100000"/>
              </a:lnSpc>
            </a:pPr>
            <a:r>
              <a:rPr lang="de-DE" sz="1400" dirty="0">
                <a:ea typeface="Hack Nerd Font Mono" panose="020B0609030202020204" pitchFamily="49" charset="0"/>
                <a:cs typeface="Hack Nerd Font Mono" panose="020B0609030202020204" pitchFamily="49" charset="0"/>
              </a:rPr>
              <a:t>Und schön und schnell kam auch ihr Tod:</a:t>
            </a:r>
          </a:p>
          <a:p>
            <a:pPr>
              <a:lnSpc>
                <a:spcPct val="100000"/>
              </a:lnSpc>
            </a:pPr>
            <a:r>
              <a:rPr lang="de-DE" sz="1400" dirty="0">
                <a:ea typeface="Hack Nerd Font Mono" panose="020B0609030202020204" pitchFamily="49" charset="0"/>
                <a:cs typeface="Hack Nerd Font Mono" panose="020B0609030202020204" pitchFamily="49" charset="0"/>
              </a:rPr>
              <a:t>Man warf sie allesamt ins Wasser.</a:t>
            </a:r>
          </a:p>
          <a:p>
            <a:pPr>
              <a:lnSpc>
                <a:spcPct val="100000"/>
              </a:lnSpc>
            </a:pPr>
            <a:r>
              <a:rPr lang="de-DE" sz="1400" dirty="0">
                <a:ea typeface="Hack Nerd Font Mono" panose="020B0609030202020204" pitchFamily="49" charset="0"/>
                <a:cs typeface="Hack Nerd Font Mono" panose="020B0609030202020204" pitchFamily="49" charset="0"/>
              </a:rPr>
              <a:t>Ach, wie die kleinen Schnauzen quietschten!</a:t>
            </a:r>
            <a:endParaRPr lang="en-GB" sz="1400" dirty="0">
              <a:ea typeface="Hack Nerd Font Mono" panose="020B0609030202020204" pitchFamily="49" charset="0"/>
              <a:cs typeface="Hack Nerd Font Mono" panose="020B0609030202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36750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8181FC64-B306-4821-98E2-780662EFC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A11BEAA-1C9C-A7A5-DEE4-CA0B495330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2519" y="2312988"/>
            <a:ext cx="5271804" cy="3651250"/>
          </a:xfrm>
        </p:spPr>
        <p:txBody>
          <a:bodyPr>
            <a:normAutofit fontScale="92500" lnSpcReduction="2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Geboren am 2. Mai 1886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Als protestantischer Christ großgezogen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Studierte erst Theologie und Philosophie danach Medizin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Arbeitete im Jahr 1912 in Krankenhäuser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Einerseits Wissenschaftler, anderseits Autor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5871FC61-DD4E-47D4-81FD-8A7E7D12B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986049" y="0"/>
            <a:ext cx="5205951" cy="6858000"/>
          </a:xfrm>
          <a:custGeom>
            <a:avLst/>
            <a:gdLst>
              <a:gd name="connsiteX0" fmla="*/ 0 w 5205951"/>
              <a:gd name="connsiteY0" fmla="*/ 0 h 6858000"/>
              <a:gd name="connsiteX1" fmla="*/ 1709529 w 5205951"/>
              <a:gd name="connsiteY1" fmla="*/ 0 h 6858000"/>
              <a:gd name="connsiteX2" fmla="*/ 2489695 w 5205951"/>
              <a:gd name="connsiteY2" fmla="*/ 0 h 6858000"/>
              <a:gd name="connsiteX3" fmla="*/ 3582928 w 5205951"/>
              <a:gd name="connsiteY3" fmla="*/ 0 h 6858000"/>
              <a:gd name="connsiteX4" fmla="*/ 3605052 w 5205951"/>
              <a:gd name="connsiteY4" fmla="*/ 14997 h 6858000"/>
              <a:gd name="connsiteX5" fmla="*/ 5205951 w 5205951"/>
              <a:gd name="connsiteY5" fmla="*/ 3621656 h 6858000"/>
              <a:gd name="connsiteX6" fmla="*/ 3331601 w 5205951"/>
              <a:gd name="connsiteY6" fmla="*/ 6374814 h 6858000"/>
              <a:gd name="connsiteX7" fmla="*/ 2814953 w 5205951"/>
              <a:gd name="connsiteY7" fmla="*/ 6780599 h 6858000"/>
              <a:gd name="connsiteX8" fmla="*/ 2703197 w 5205951"/>
              <a:gd name="connsiteY8" fmla="*/ 6858000 h 6858000"/>
              <a:gd name="connsiteX9" fmla="*/ 2489695 w 5205951"/>
              <a:gd name="connsiteY9" fmla="*/ 6858000 h 6858000"/>
              <a:gd name="connsiteX10" fmla="*/ 1709529 w 5205951"/>
              <a:gd name="connsiteY10" fmla="*/ 6858000 h 6858000"/>
              <a:gd name="connsiteX11" fmla="*/ 0 w 5205951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205951" h="6858000">
                <a:moveTo>
                  <a:pt x="0" y="0"/>
                </a:moveTo>
                <a:lnTo>
                  <a:pt x="1709529" y="0"/>
                </a:lnTo>
                <a:lnTo>
                  <a:pt x="2489695" y="0"/>
                </a:lnTo>
                <a:lnTo>
                  <a:pt x="3582928" y="0"/>
                </a:lnTo>
                <a:lnTo>
                  <a:pt x="3605052" y="14997"/>
                </a:lnTo>
                <a:cubicBezTo>
                  <a:pt x="4632215" y="754641"/>
                  <a:pt x="5205951" y="2093192"/>
                  <a:pt x="5205951" y="3621656"/>
                </a:cubicBezTo>
                <a:cubicBezTo>
                  <a:pt x="5205951" y="4969131"/>
                  <a:pt x="4277226" y="5602839"/>
                  <a:pt x="3331601" y="6374814"/>
                </a:cubicBezTo>
                <a:cubicBezTo>
                  <a:pt x="3159398" y="6515397"/>
                  <a:pt x="2988771" y="6653108"/>
                  <a:pt x="2814953" y="6780599"/>
                </a:cubicBezTo>
                <a:lnTo>
                  <a:pt x="2703197" y="6858000"/>
                </a:lnTo>
                <a:lnTo>
                  <a:pt x="2489695" y="6858000"/>
                </a:lnTo>
                <a:lnTo>
                  <a:pt x="1709529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829A1E2C-5AC8-40FC-99E9-832069D397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577485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55C54A75-E44A-4147-B9D0-FF46CFD31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754925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5" name="Content Placeholder 4" descr="A close-up of a person&#10;&#10;Description automatically generated">
            <a:extLst>
              <a:ext uri="{FF2B5EF4-FFF2-40B4-BE49-F238E27FC236}">
                <a16:creationId xmlns:a16="http://schemas.microsoft.com/office/drawing/2014/main" id="{F302AB14-6792-D840-3151-A37A7EB345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11" r="2930"/>
          <a:stretch/>
        </p:blipFill>
        <p:spPr>
          <a:xfrm>
            <a:off x="7203882" y="10"/>
            <a:ext cx="4988118" cy="6857990"/>
          </a:xfrm>
          <a:custGeom>
            <a:avLst/>
            <a:gdLst/>
            <a:ahLst/>
            <a:cxnLst/>
            <a:rect l="l" t="t" r="r" b="b"/>
            <a:pathLst>
              <a:path w="4901771" h="6858000">
                <a:moveTo>
                  <a:pt x="1623023" y="0"/>
                </a:moveTo>
                <a:lnTo>
                  <a:pt x="2716256" y="0"/>
                </a:lnTo>
                <a:lnTo>
                  <a:pt x="3496422" y="0"/>
                </a:lnTo>
                <a:lnTo>
                  <a:pt x="4544484" y="0"/>
                </a:lnTo>
                <a:lnTo>
                  <a:pt x="4710787" y="0"/>
                </a:lnTo>
                <a:lnTo>
                  <a:pt x="4901771" y="0"/>
                </a:lnTo>
                <a:lnTo>
                  <a:pt x="4901771" y="6858000"/>
                </a:lnTo>
                <a:lnTo>
                  <a:pt x="4710787" y="6858000"/>
                </a:lnTo>
                <a:lnTo>
                  <a:pt x="4544484" y="6858000"/>
                </a:lnTo>
                <a:lnTo>
                  <a:pt x="3496422" y="6858000"/>
                </a:lnTo>
                <a:lnTo>
                  <a:pt x="2716256" y="6858000"/>
                </a:lnTo>
                <a:lnTo>
                  <a:pt x="2502754" y="6858000"/>
                </a:lnTo>
                <a:lnTo>
                  <a:pt x="2390998" y="6780599"/>
                </a:lnTo>
                <a:cubicBezTo>
                  <a:pt x="2217180" y="6653108"/>
                  <a:pt x="2046553" y="6515397"/>
                  <a:pt x="1874350" y="6374814"/>
                </a:cubicBezTo>
                <a:cubicBezTo>
                  <a:pt x="928725" y="5602839"/>
                  <a:pt x="0" y="4969131"/>
                  <a:pt x="0" y="3621656"/>
                </a:cubicBezTo>
                <a:cubicBezTo>
                  <a:pt x="0" y="2093192"/>
                  <a:pt x="573736" y="754641"/>
                  <a:pt x="1600899" y="14997"/>
                </a:cubicBezTo>
                <a:close/>
              </a:path>
            </a:pathLst>
          </a:cu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A6EEF45E-B914-BDEB-75AA-55D2E4928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Gottfried Benn</a:t>
            </a:r>
          </a:p>
        </p:txBody>
      </p:sp>
    </p:spTree>
    <p:extLst>
      <p:ext uri="{BB962C8B-B14F-4D97-AF65-F5344CB8AC3E}">
        <p14:creationId xmlns:p14="http://schemas.microsoft.com/office/powerpoint/2010/main" val="1849179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51A08AC-F796-409C-AD97-8B476289E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3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E1B312B-4E9A-405C-9CE8-103254380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0"/>
            <a:ext cx="10853745" cy="6858000"/>
            <a:chOff x="-1" y="0"/>
            <a:chExt cx="10934058" cy="685800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27ED404-4912-4C80-B5EB-98E67EB26A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" y="0"/>
              <a:ext cx="10515600" cy="6858000"/>
            </a:xfrm>
            <a:custGeom>
              <a:avLst/>
              <a:gdLst>
                <a:gd name="connsiteX0" fmla="*/ 0 w 10515600"/>
                <a:gd name="connsiteY0" fmla="*/ 0 h 6858000"/>
                <a:gd name="connsiteX1" fmla="*/ 3039549 w 10515600"/>
                <a:gd name="connsiteY1" fmla="*/ 0 h 6858000"/>
                <a:gd name="connsiteX2" fmla="*/ 3387573 w 10515600"/>
                <a:gd name="connsiteY2" fmla="*/ 0 h 6858000"/>
                <a:gd name="connsiteX3" fmla="*/ 3678072 w 10515600"/>
                <a:gd name="connsiteY3" fmla="*/ 0 h 6858000"/>
                <a:gd name="connsiteX4" fmla="*/ 3721524 w 10515600"/>
                <a:gd name="connsiteY4" fmla="*/ 0 h 6858000"/>
                <a:gd name="connsiteX5" fmla="*/ 4595394 w 10515600"/>
                <a:gd name="connsiteY5" fmla="*/ 0 h 6858000"/>
                <a:gd name="connsiteX6" fmla="*/ 4607603 w 10515600"/>
                <a:gd name="connsiteY6" fmla="*/ 0 h 6858000"/>
                <a:gd name="connsiteX7" fmla="*/ 4733044 w 10515600"/>
                <a:gd name="connsiteY7" fmla="*/ 0 h 6858000"/>
                <a:gd name="connsiteX8" fmla="*/ 6226185 w 10515600"/>
                <a:gd name="connsiteY8" fmla="*/ 0 h 6858000"/>
                <a:gd name="connsiteX9" fmla="*/ 8892577 w 10515600"/>
                <a:gd name="connsiteY9" fmla="*/ 0 h 6858000"/>
                <a:gd name="connsiteX10" fmla="*/ 8914701 w 10515600"/>
                <a:gd name="connsiteY10" fmla="*/ 14997 h 6858000"/>
                <a:gd name="connsiteX11" fmla="*/ 10515600 w 10515600"/>
                <a:gd name="connsiteY11" fmla="*/ 3621656 h 6858000"/>
                <a:gd name="connsiteX12" fmla="*/ 8641250 w 10515600"/>
                <a:gd name="connsiteY12" fmla="*/ 6374814 h 6858000"/>
                <a:gd name="connsiteX13" fmla="*/ 8124602 w 10515600"/>
                <a:gd name="connsiteY13" fmla="*/ 6780599 h 6858000"/>
                <a:gd name="connsiteX14" fmla="*/ 8012846 w 10515600"/>
                <a:gd name="connsiteY14" fmla="*/ 6858000 h 6858000"/>
                <a:gd name="connsiteX15" fmla="*/ 6226185 w 10515600"/>
                <a:gd name="connsiteY15" fmla="*/ 6858000 h 6858000"/>
                <a:gd name="connsiteX16" fmla="*/ 4607603 w 10515600"/>
                <a:gd name="connsiteY16" fmla="*/ 6858000 h 6858000"/>
                <a:gd name="connsiteX17" fmla="*/ 4595394 w 10515600"/>
                <a:gd name="connsiteY17" fmla="*/ 6858000 h 6858000"/>
                <a:gd name="connsiteX18" fmla="*/ 4424650 w 10515600"/>
                <a:gd name="connsiteY18" fmla="*/ 6858000 h 6858000"/>
                <a:gd name="connsiteX19" fmla="*/ 3721524 w 10515600"/>
                <a:gd name="connsiteY19" fmla="*/ 6858000 h 6858000"/>
                <a:gd name="connsiteX20" fmla="*/ 3678072 w 10515600"/>
                <a:gd name="connsiteY20" fmla="*/ 6858000 h 6858000"/>
                <a:gd name="connsiteX21" fmla="*/ 3387573 w 10515600"/>
                <a:gd name="connsiteY21" fmla="*/ 6858000 h 6858000"/>
                <a:gd name="connsiteX22" fmla="*/ 3039549 w 10515600"/>
                <a:gd name="connsiteY22" fmla="*/ 6858000 h 6858000"/>
                <a:gd name="connsiteX23" fmla="*/ 0 w 10515600"/>
                <a:gd name="connsiteY2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0515600" h="6858000">
                  <a:moveTo>
                    <a:pt x="0" y="0"/>
                  </a:moveTo>
                  <a:lnTo>
                    <a:pt x="3039549" y="0"/>
                  </a:lnTo>
                  <a:lnTo>
                    <a:pt x="3387573" y="0"/>
                  </a:lnTo>
                  <a:lnTo>
                    <a:pt x="3678072" y="0"/>
                  </a:lnTo>
                  <a:lnTo>
                    <a:pt x="3721524" y="0"/>
                  </a:lnTo>
                  <a:lnTo>
                    <a:pt x="4595394" y="0"/>
                  </a:lnTo>
                  <a:lnTo>
                    <a:pt x="4607603" y="0"/>
                  </a:lnTo>
                  <a:lnTo>
                    <a:pt x="4733044" y="0"/>
                  </a:lnTo>
                  <a:lnTo>
                    <a:pt x="6226185" y="0"/>
                  </a:lnTo>
                  <a:lnTo>
                    <a:pt x="8892577" y="0"/>
                  </a:lnTo>
                  <a:lnTo>
                    <a:pt x="8914701" y="14997"/>
                  </a:lnTo>
                  <a:cubicBezTo>
                    <a:pt x="9941864" y="754641"/>
                    <a:pt x="10515600" y="2093192"/>
                    <a:pt x="10515600" y="3621656"/>
                  </a:cubicBezTo>
                  <a:cubicBezTo>
                    <a:pt x="10515600" y="4969131"/>
                    <a:pt x="9586875" y="5602839"/>
                    <a:pt x="8641250" y="6374814"/>
                  </a:cubicBezTo>
                  <a:cubicBezTo>
                    <a:pt x="8469047" y="6515397"/>
                    <a:pt x="8298420" y="6653108"/>
                    <a:pt x="8124602" y="6780599"/>
                  </a:cubicBezTo>
                  <a:lnTo>
                    <a:pt x="8012846" y="6858000"/>
                  </a:lnTo>
                  <a:lnTo>
                    <a:pt x="6226185" y="6858000"/>
                  </a:lnTo>
                  <a:lnTo>
                    <a:pt x="4607603" y="6858000"/>
                  </a:lnTo>
                  <a:lnTo>
                    <a:pt x="4595394" y="6858000"/>
                  </a:lnTo>
                  <a:lnTo>
                    <a:pt x="4424650" y="6858000"/>
                  </a:lnTo>
                  <a:lnTo>
                    <a:pt x="3721524" y="6858000"/>
                  </a:lnTo>
                  <a:lnTo>
                    <a:pt x="3678072" y="6858000"/>
                  </a:lnTo>
                  <a:lnTo>
                    <a:pt x="3387573" y="6858000"/>
                  </a:lnTo>
                  <a:lnTo>
                    <a:pt x="3039549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4E58012C-4DA3-4ED3-9500-41F9AF60B1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404334" y="0"/>
              <a:ext cx="2529723" cy="6858000"/>
            </a:xfrm>
            <a:custGeom>
              <a:avLst/>
              <a:gdLst>
                <a:gd name="connsiteX0" fmla="*/ 1258269 w 2529723"/>
                <a:gd name="connsiteY0" fmla="*/ 0 h 6858000"/>
                <a:gd name="connsiteX1" fmla="*/ 1275627 w 2529723"/>
                <a:gd name="connsiteY1" fmla="*/ 0 h 6858000"/>
                <a:gd name="connsiteX2" fmla="*/ 1302560 w 2529723"/>
                <a:gd name="connsiteY2" fmla="*/ 24338 h 6858000"/>
                <a:gd name="connsiteX3" fmla="*/ 2522825 w 2529723"/>
                <a:gd name="connsiteY3" fmla="*/ 3678515 h 6858000"/>
                <a:gd name="connsiteX4" fmla="*/ 557500 w 2529723"/>
                <a:gd name="connsiteY4" fmla="*/ 6451411 h 6858000"/>
                <a:gd name="connsiteX5" fmla="*/ 32482 w 2529723"/>
                <a:gd name="connsiteY5" fmla="*/ 6849373 h 6858000"/>
                <a:gd name="connsiteX6" fmla="*/ 19531 w 2529723"/>
                <a:gd name="connsiteY6" fmla="*/ 6858000 h 6858000"/>
                <a:gd name="connsiteX7" fmla="*/ 0 w 2529723"/>
                <a:gd name="connsiteY7" fmla="*/ 6858000 h 6858000"/>
                <a:gd name="connsiteX8" fmla="*/ 14202 w 2529723"/>
                <a:gd name="connsiteY8" fmla="*/ 6848540 h 6858000"/>
                <a:gd name="connsiteX9" fmla="*/ 539221 w 2529723"/>
                <a:gd name="connsiteY9" fmla="*/ 6450578 h 6858000"/>
                <a:gd name="connsiteX10" fmla="*/ 2504546 w 2529723"/>
                <a:gd name="connsiteY10" fmla="*/ 3677682 h 6858000"/>
                <a:gd name="connsiteX11" fmla="*/ 1284280 w 2529723"/>
                <a:gd name="connsiteY11" fmla="*/ 235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9723" h="6858000">
                  <a:moveTo>
                    <a:pt x="1258269" y="0"/>
                  </a:moveTo>
                  <a:lnTo>
                    <a:pt x="1275627" y="0"/>
                  </a:lnTo>
                  <a:lnTo>
                    <a:pt x="1302560" y="24338"/>
                  </a:lnTo>
                  <a:cubicBezTo>
                    <a:pt x="2156831" y="855667"/>
                    <a:pt x="2590622" y="2191755"/>
                    <a:pt x="2522825" y="3678515"/>
                  </a:cubicBezTo>
                  <a:cubicBezTo>
                    <a:pt x="2459072" y="5076606"/>
                    <a:pt x="1519830" y="5692656"/>
                    <a:pt x="557500" y="6451411"/>
                  </a:cubicBezTo>
                  <a:cubicBezTo>
                    <a:pt x="382255" y="6589587"/>
                    <a:pt x="208689" y="6724853"/>
                    <a:pt x="32482" y="6849373"/>
                  </a:cubicBezTo>
                  <a:lnTo>
                    <a:pt x="19531" y="6858000"/>
                  </a:lnTo>
                  <a:lnTo>
                    <a:pt x="0" y="6858000"/>
                  </a:lnTo>
                  <a:lnTo>
                    <a:pt x="14202" y="6848540"/>
                  </a:lnTo>
                  <a:cubicBezTo>
                    <a:pt x="190409" y="6724020"/>
                    <a:pt x="363976" y="6588754"/>
                    <a:pt x="539221" y="6450578"/>
                  </a:cubicBezTo>
                  <a:cubicBezTo>
                    <a:pt x="1501550" y="5691822"/>
                    <a:pt x="2440792" y="5075773"/>
                    <a:pt x="2504546" y="3677682"/>
                  </a:cubicBezTo>
                  <a:cubicBezTo>
                    <a:pt x="2572343" y="2190921"/>
                    <a:pt x="2138551" y="854834"/>
                    <a:pt x="1284280" y="2350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59AC73F7-22BD-4C46-B368-3F03B8478F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184327" y="0"/>
              <a:ext cx="2536434" cy="6858000"/>
            </a:xfrm>
            <a:custGeom>
              <a:avLst/>
              <a:gdLst>
                <a:gd name="connsiteX0" fmla="*/ 879731 w 2536434"/>
                <a:gd name="connsiteY0" fmla="*/ 0 h 6858000"/>
                <a:gd name="connsiteX1" fmla="*/ 913411 w 2536434"/>
                <a:gd name="connsiteY1" fmla="*/ 0 h 6858000"/>
                <a:gd name="connsiteX2" fmla="*/ 935535 w 2536434"/>
                <a:gd name="connsiteY2" fmla="*/ 14997 h 6858000"/>
                <a:gd name="connsiteX3" fmla="*/ 2536434 w 2536434"/>
                <a:gd name="connsiteY3" fmla="*/ 3621656 h 6858000"/>
                <a:gd name="connsiteX4" fmla="*/ 662084 w 2536434"/>
                <a:gd name="connsiteY4" fmla="*/ 6374814 h 6858000"/>
                <a:gd name="connsiteX5" fmla="*/ 145436 w 2536434"/>
                <a:gd name="connsiteY5" fmla="*/ 6780599 h 6858000"/>
                <a:gd name="connsiteX6" fmla="*/ 33680 w 2536434"/>
                <a:gd name="connsiteY6" fmla="*/ 6858000 h 6858000"/>
                <a:gd name="connsiteX7" fmla="*/ 0 w 2536434"/>
                <a:gd name="connsiteY7" fmla="*/ 6858000 h 6858000"/>
                <a:gd name="connsiteX8" fmla="*/ 111756 w 2536434"/>
                <a:gd name="connsiteY8" fmla="*/ 6780599 h 6858000"/>
                <a:gd name="connsiteX9" fmla="*/ 628404 w 2536434"/>
                <a:gd name="connsiteY9" fmla="*/ 6374814 h 6858000"/>
                <a:gd name="connsiteX10" fmla="*/ 2502754 w 2536434"/>
                <a:gd name="connsiteY10" fmla="*/ 3621656 h 6858000"/>
                <a:gd name="connsiteX11" fmla="*/ 901855 w 2536434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36434" h="6858000">
                  <a:moveTo>
                    <a:pt x="879731" y="0"/>
                  </a:moveTo>
                  <a:lnTo>
                    <a:pt x="913411" y="0"/>
                  </a:lnTo>
                  <a:lnTo>
                    <a:pt x="935535" y="14997"/>
                  </a:lnTo>
                  <a:cubicBezTo>
                    <a:pt x="1962698" y="754641"/>
                    <a:pt x="2536434" y="2093192"/>
                    <a:pt x="2536434" y="3621656"/>
                  </a:cubicBezTo>
                  <a:cubicBezTo>
                    <a:pt x="2536434" y="4969131"/>
                    <a:pt x="1607709" y="5602839"/>
                    <a:pt x="662084" y="6374814"/>
                  </a:cubicBezTo>
                  <a:cubicBezTo>
                    <a:pt x="489881" y="6515397"/>
                    <a:pt x="319254" y="6653108"/>
                    <a:pt x="145436" y="6780599"/>
                  </a:cubicBezTo>
                  <a:lnTo>
                    <a:pt x="33680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5C99F96-8984-456F-BD66-5C019A6510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53086" y="0"/>
              <a:ext cx="2261351" cy="6858000"/>
            </a:xfrm>
            <a:custGeom>
              <a:avLst/>
              <a:gdLst>
                <a:gd name="connsiteX0" fmla="*/ 879731 w 2521425"/>
                <a:gd name="connsiteY0" fmla="*/ 0 h 6858000"/>
                <a:gd name="connsiteX1" fmla="*/ 898402 w 2521425"/>
                <a:gd name="connsiteY1" fmla="*/ 0 h 6858000"/>
                <a:gd name="connsiteX2" fmla="*/ 920526 w 2521425"/>
                <a:gd name="connsiteY2" fmla="*/ 14997 h 6858000"/>
                <a:gd name="connsiteX3" fmla="*/ 2521425 w 2521425"/>
                <a:gd name="connsiteY3" fmla="*/ 3621656 h 6858000"/>
                <a:gd name="connsiteX4" fmla="*/ 647075 w 2521425"/>
                <a:gd name="connsiteY4" fmla="*/ 6374814 h 6858000"/>
                <a:gd name="connsiteX5" fmla="*/ 130427 w 2521425"/>
                <a:gd name="connsiteY5" fmla="*/ 6780599 h 6858000"/>
                <a:gd name="connsiteX6" fmla="*/ 18671 w 2521425"/>
                <a:gd name="connsiteY6" fmla="*/ 6858000 h 6858000"/>
                <a:gd name="connsiteX7" fmla="*/ 0 w 2521425"/>
                <a:gd name="connsiteY7" fmla="*/ 6858000 h 6858000"/>
                <a:gd name="connsiteX8" fmla="*/ 111756 w 2521425"/>
                <a:gd name="connsiteY8" fmla="*/ 6780599 h 6858000"/>
                <a:gd name="connsiteX9" fmla="*/ 628404 w 2521425"/>
                <a:gd name="connsiteY9" fmla="*/ 6374814 h 6858000"/>
                <a:gd name="connsiteX10" fmla="*/ 2502754 w 2521425"/>
                <a:gd name="connsiteY10" fmla="*/ 3621656 h 6858000"/>
                <a:gd name="connsiteX11" fmla="*/ 901855 w 2521425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1425" h="6858000">
                  <a:moveTo>
                    <a:pt x="879731" y="0"/>
                  </a:moveTo>
                  <a:lnTo>
                    <a:pt x="898402" y="0"/>
                  </a:lnTo>
                  <a:lnTo>
                    <a:pt x="920526" y="14997"/>
                  </a:lnTo>
                  <a:cubicBezTo>
                    <a:pt x="1947689" y="754641"/>
                    <a:pt x="2521425" y="2093192"/>
                    <a:pt x="2521425" y="3621656"/>
                  </a:cubicBezTo>
                  <a:cubicBezTo>
                    <a:pt x="2521425" y="4969131"/>
                    <a:pt x="1592700" y="5602839"/>
                    <a:pt x="647075" y="6374814"/>
                  </a:cubicBezTo>
                  <a:cubicBezTo>
                    <a:pt x="474872" y="6515397"/>
                    <a:pt x="304245" y="6653108"/>
                    <a:pt x="130427" y="6780599"/>
                  </a:cubicBezTo>
                  <a:lnTo>
                    <a:pt x="18671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5A880F5-2DE5-647A-6A31-D599ACFE7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0875" y="442913"/>
            <a:ext cx="6857365" cy="1344612"/>
          </a:xfrm>
        </p:spPr>
        <p:txBody>
          <a:bodyPr anchor="b">
            <a:normAutofit/>
          </a:bodyPr>
          <a:lstStyle/>
          <a:p>
            <a:r>
              <a:rPr lang="de-DE" dirty="0"/>
              <a:t>Der Doktor-Dichter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A65C8-BBFD-C140-EC82-48AA425193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0875" y="2312988"/>
            <a:ext cx="6857365" cy="3651250"/>
          </a:xfrm>
        </p:spPr>
        <p:txBody>
          <a:bodyPr>
            <a:normAutofit/>
          </a:bodyPr>
          <a:lstStyle/>
          <a:p>
            <a:r>
              <a:rPr lang="de-DE" dirty="0"/>
              <a:t> „Er hat den Menschen durchgeblättert wie einen Katalog, er hat ihn gerochen und geschmeckt, im Schlafen und im Wachen, in unzähligen Exemplaren, den Heilen und den Morschen...“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22933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C14302F-E955-47D0-A56B-D1D1A6953B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73" y="-9274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72E366A-B6DD-4F06-A42A-FF634FDE1B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48839" y="970769"/>
            <a:ext cx="4936895" cy="4669465"/>
            <a:chOff x="648839" y="970769"/>
            <a:chExt cx="4936895" cy="4669465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750E550-BE93-4743-8659-1531F86CB6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743803" y="1124162"/>
              <a:ext cx="4691485" cy="4342182"/>
            </a:xfrm>
            <a:custGeom>
              <a:avLst/>
              <a:gdLst>
                <a:gd name="connsiteX0" fmla="*/ 2180840 w 3810827"/>
                <a:gd name="connsiteY0" fmla="*/ 0 h 3634591"/>
                <a:gd name="connsiteX1" fmla="*/ 2866380 w 3810827"/>
                <a:gd name="connsiteY1" fmla="*/ 145165 h 3634591"/>
                <a:gd name="connsiteX2" fmla="*/ 3366366 w 3810827"/>
                <a:gd name="connsiteY2" fmla="*/ 536835 h 3634591"/>
                <a:gd name="connsiteX3" fmla="*/ 3810827 w 3810827"/>
                <a:gd name="connsiteY3" fmla="*/ 1924156 h 3634591"/>
                <a:gd name="connsiteX4" fmla="*/ 3612844 w 3810827"/>
                <a:gd name="connsiteY4" fmla="*/ 2493111 h 3634591"/>
                <a:gd name="connsiteX5" fmla="*/ 3026664 w 3810827"/>
                <a:gd name="connsiteY5" fmla="*/ 3022891 h 3634591"/>
                <a:gd name="connsiteX6" fmla="*/ 2897783 w 3810827"/>
                <a:gd name="connsiteY6" fmla="*/ 3124233 h 3634591"/>
                <a:gd name="connsiteX7" fmla="*/ 1838765 w 3810827"/>
                <a:gd name="connsiteY7" fmla="*/ 3634591 h 3634591"/>
                <a:gd name="connsiteX8" fmla="*/ 443724 w 3810827"/>
                <a:gd name="connsiteY8" fmla="*/ 2805020 h 3634591"/>
                <a:gd name="connsiteX9" fmla="*/ 295053 w 3810827"/>
                <a:gd name="connsiteY9" fmla="*/ 2592792 h 3634591"/>
                <a:gd name="connsiteX10" fmla="*/ 0 w 3810827"/>
                <a:gd name="connsiteY10" fmla="*/ 1924156 h 3634591"/>
                <a:gd name="connsiteX11" fmla="*/ 178275 w 3810827"/>
                <a:gd name="connsiteY11" fmla="*/ 1204061 h 3634591"/>
                <a:gd name="connsiteX12" fmla="*/ 669921 w 3810827"/>
                <a:gd name="connsiteY12" fmla="*/ 585306 h 3634591"/>
                <a:gd name="connsiteX13" fmla="*/ 1380730 w 3810827"/>
                <a:gd name="connsiteY13" fmla="*/ 156203 h 3634591"/>
                <a:gd name="connsiteX14" fmla="*/ 2180840 w 3810827"/>
                <a:gd name="connsiteY14" fmla="*/ 0 h 3634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10827" h="3634591">
                  <a:moveTo>
                    <a:pt x="2180840" y="0"/>
                  </a:moveTo>
                  <a:cubicBezTo>
                    <a:pt x="2431406" y="0"/>
                    <a:pt x="2662018" y="48886"/>
                    <a:pt x="2866380" y="145165"/>
                  </a:cubicBezTo>
                  <a:cubicBezTo>
                    <a:pt x="3057903" y="235467"/>
                    <a:pt x="3226119" y="367269"/>
                    <a:pt x="3366366" y="536835"/>
                  </a:cubicBezTo>
                  <a:cubicBezTo>
                    <a:pt x="3652997" y="883519"/>
                    <a:pt x="3810827" y="1376199"/>
                    <a:pt x="3810827" y="1924156"/>
                  </a:cubicBezTo>
                  <a:cubicBezTo>
                    <a:pt x="3810827" y="2142775"/>
                    <a:pt x="3749739" y="2318234"/>
                    <a:pt x="3612844" y="2493111"/>
                  </a:cubicBezTo>
                  <a:cubicBezTo>
                    <a:pt x="3469652" y="2676041"/>
                    <a:pt x="3254495" y="2844528"/>
                    <a:pt x="3026664" y="3022891"/>
                  </a:cubicBezTo>
                  <a:cubicBezTo>
                    <a:pt x="2984630" y="3055759"/>
                    <a:pt x="2941206" y="3089789"/>
                    <a:pt x="2897783" y="3124233"/>
                  </a:cubicBezTo>
                  <a:cubicBezTo>
                    <a:pt x="2509094" y="3432490"/>
                    <a:pt x="2225408" y="3634591"/>
                    <a:pt x="1838765" y="3634591"/>
                  </a:cubicBezTo>
                  <a:cubicBezTo>
                    <a:pt x="1249640" y="3634591"/>
                    <a:pt x="832413" y="3386508"/>
                    <a:pt x="443724" y="2805020"/>
                  </a:cubicBezTo>
                  <a:cubicBezTo>
                    <a:pt x="392859" y="2728910"/>
                    <a:pt x="343138" y="2659690"/>
                    <a:pt x="295053" y="2592792"/>
                  </a:cubicBezTo>
                  <a:cubicBezTo>
                    <a:pt x="95761" y="2315411"/>
                    <a:pt x="0" y="2171160"/>
                    <a:pt x="0" y="1924156"/>
                  </a:cubicBezTo>
                  <a:cubicBezTo>
                    <a:pt x="0" y="1678896"/>
                    <a:pt x="60024" y="1436622"/>
                    <a:pt x="178275" y="1204061"/>
                  </a:cubicBezTo>
                  <a:cubicBezTo>
                    <a:pt x="293990" y="976561"/>
                    <a:pt x="459425" y="768319"/>
                    <a:pt x="669921" y="585306"/>
                  </a:cubicBezTo>
                  <a:cubicBezTo>
                    <a:pt x="876818" y="405365"/>
                    <a:pt x="1122558" y="256964"/>
                    <a:pt x="1380730" y="156203"/>
                  </a:cubicBezTo>
                  <a:cubicBezTo>
                    <a:pt x="1645852" y="52539"/>
                    <a:pt x="1915145" y="0"/>
                    <a:pt x="2180840" y="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E626DC7-F0FE-49A7-AA4C-A8DB1F7EBA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864592" y="1290468"/>
              <a:ext cx="4389795" cy="4074679"/>
            </a:xfrm>
            <a:custGeom>
              <a:avLst/>
              <a:gdLst>
                <a:gd name="connsiteX0" fmla="*/ 2180840 w 3810827"/>
                <a:gd name="connsiteY0" fmla="*/ 0 h 3634591"/>
                <a:gd name="connsiteX1" fmla="*/ 2866380 w 3810827"/>
                <a:gd name="connsiteY1" fmla="*/ 145165 h 3634591"/>
                <a:gd name="connsiteX2" fmla="*/ 3366366 w 3810827"/>
                <a:gd name="connsiteY2" fmla="*/ 536835 h 3634591"/>
                <a:gd name="connsiteX3" fmla="*/ 3810827 w 3810827"/>
                <a:gd name="connsiteY3" fmla="*/ 1924156 h 3634591"/>
                <a:gd name="connsiteX4" fmla="*/ 3612844 w 3810827"/>
                <a:gd name="connsiteY4" fmla="*/ 2493111 h 3634591"/>
                <a:gd name="connsiteX5" fmla="*/ 3026664 w 3810827"/>
                <a:gd name="connsiteY5" fmla="*/ 3022891 h 3634591"/>
                <a:gd name="connsiteX6" fmla="*/ 2897783 w 3810827"/>
                <a:gd name="connsiteY6" fmla="*/ 3124233 h 3634591"/>
                <a:gd name="connsiteX7" fmla="*/ 1838765 w 3810827"/>
                <a:gd name="connsiteY7" fmla="*/ 3634591 h 3634591"/>
                <a:gd name="connsiteX8" fmla="*/ 443724 w 3810827"/>
                <a:gd name="connsiteY8" fmla="*/ 2805020 h 3634591"/>
                <a:gd name="connsiteX9" fmla="*/ 295053 w 3810827"/>
                <a:gd name="connsiteY9" fmla="*/ 2592792 h 3634591"/>
                <a:gd name="connsiteX10" fmla="*/ 0 w 3810827"/>
                <a:gd name="connsiteY10" fmla="*/ 1924156 h 3634591"/>
                <a:gd name="connsiteX11" fmla="*/ 178275 w 3810827"/>
                <a:gd name="connsiteY11" fmla="*/ 1204061 h 3634591"/>
                <a:gd name="connsiteX12" fmla="*/ 669921 w 3810827"/>
                <a:gd name="connsiteY12" fmla="*/ 585306 h 3634591"/>
                <a:gd name="connsiteX13" fmla="*/ 1380730 w 3810827"/>
                <a:gd name="connsiteY13" fmla="*/ 156203 h 3634591"/>
                <a:gd name="connsiteX14" fmla="*/ 2180840 w 3810827"/>
                <a:gd name="connsiteY14" fmla="*/ 0 h 3634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10827" h="3634591">
                  <a:moveTo>
                    <a:pt x="2180840" y="0"/>
                  </a:moveTo>
                  <a:cubicBezTo>
                    <a:pt x="2431406" y="0"/>
                    <a:pt x="2662018" y="48886"/>
                    <a:pt x="2866380" y="145165"/>
                  </a:cubicBezTo>
                  <a:cubicBezTo>
                    <a:pt x="3057903" y="235467"/>
                    <a:pt x="3226119" y="367269"/>
                    <a:pt x="3366366" y="536835"/>
                  </a:cubicBezTo>
                  <a:cubicBezTo>
                    <a:pt x="3652997" y="883519"/>
                    <a:pt x="3810827" y="1376199"/>
                    <a:pt x="3810827" y="1924156"/>
                  </a:cubicBezTo>
                  <a:cubicBezTo>
                    <a:pt x="3810827" y="2142775"/>
                    <a:pt x="3749739" y="2318234"/>
                    <a:pt x="3612844" y="2493111"/>
                  </a:cubicBezTo>
                  <a:cubicBezTo>
                    <a:pt x="3469652" y="2676041"/>
                    <a:pt x="3254495" y="2844528"/>
                    <a:pt x="3026664" y="3022891"/>
                  </a:cubicBezTo>
                  <a:cubicBezTo>
                    <a:pt x="2984630" y="3055759"/>
                    <a:pt x="2941206" y="3089789"/>
                    <a:pt x="2897783" y="3124233"/>
                  </a:cubicBezTo>
                  <a:cubicBezTo>
                    <a:pt x="2509094" y="3432490"/>
                    <a:pt x="2225408" y="3634591"/>
                    <a:pt x="1838765" y="3634591"/>
                  </a:cubicBezTo>
                  <a:cubicBezTo>
                    <a:pt x="1249640" y="3634591"/>
                    <a:pt x="832413" y="3386508"/>
                    <a:pt x="443724" y="2805020"/>
                  </a:cubicBezTo>
                  <a:cubicBezTo>
                    <a:pt x="392859" y="2728910"/>
                    <a:pt x="343138" y="2659690"/>
                    <a:pt x="295053" y="2592792"/>
                  </a:cubicBezTo>
                  <a:cubicBezTo>
                    <a:pt x="95761" y="2315411"/>
                    <a:pt x="0" y="2171160"/>
                    <a:pt x="0" y="1924156"/>
                  </a:cubicBezTo>
                  <a:cubicBezTo>
                    <a:pt x="0" y="1678896"/>
                    <a:pt x="60024" y="1436622"/>
                    <a:pt x="178275" y="1204061"/>
                  </a:cubicBezTo>
                  <a:cubicBezTo>
                    <a:pt x="293990" y="976561"/>
                    <a:pt x="459425" y="768319"/>
                    <a:pt x="669921" y="585306"/>
                  </a:cubicBezTo>
                  <a:cubicBezTo>
                    <a:pt x="876818" y="405365"/>
                    <a:pt x="1122558" y="256964"/>
                    <a:pt x="1380730" y="156203"/>
                  </a:cubicBezTo>
                  <a:cubicBezTo>
                    <a:pt x="1645852" y="52539"/>
                    <a:pt x="1915145" y="0"/>
                    <a:pt x="2180840" y="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EBB781F-78E5-4C66-811C-9FF8B5D501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1300000" flipH="1">
              <a:off x="648839" y="970769"/>
              <a:ext cx="4936895" cy="4669465"/>
            </a:xfrm>
            <a:custGeom>
              <a:avLst/>
              <a:gdLst>
                <a:gd name="connsiteX0" fmla="*/ 2180840 w 3810827"/>
                <a:gd name="connsiteY0" fmla="*/ 0 h 3634591"/>
                <a:gd name="connsiteX1" fmla="*/ 2866380 w 3810827"/>
                <a:gd name="connsiteY1" fmla="*/ 145165 h 3634591"/>
                <a:gd name="connsiteX2" fmla="*/ 3366366 w 3810827"/>
                <a:gd name="connsiteY2" fmla="*/ 536835 h 3634591"/>
                <a:gd name="connsiteX3" fmla="*/ 3810827 w 3810827"/>
                <a:gd name="connsiteY3" fmla="*/ 1924156 h 3634591"/>
                <a:gd name="connsiteX4" fmla="*/ 3612844 w 3810827"/>
                <a:gd name="connsiteY4" fmla="*/ 2493111 h 3634591"/>
                <a:gd name="connsiteX5" fmla="*/ 3026664 w 3810827"/>
                <a:gd name="connsiteY5" fmla="*/ 3022891 h 3634591"/>
                <a:gd name="connsiteX6" fmla="*/ 2897783 w 3810827"/>
                <a:gd name="connsiteY6" fmla="*/ 3124233 h 3634591"/>
                <a:gd name="connsiteX7" fmla="*/ 1838765 w 3810827"/>
                <a:gd name="connsiteY7" fmla="*/ 3634591 h 3634591"/>
                <a:gd name="connsiteX8" fmla="*/ 443724 w 3810827"/>
                <a:gd name="connsiteY8" fmla="*/ 2805020 h 3634591"/>
                <a:gd name="connsiteX9" fmla="*/ 295053 w 3810827"/>
                <a:gd name="connsiteY9" fmla="*/ 2592792 h 3634591"/>
                <a:gd name="connsiteX10" fmla="*/ 0 w 3810827"/>
                <a:gd name="connsiteY10" fmla="*/ 1924156 h 3634591"/>
                <a:gd name="connsiteX11" fmla="*/ 178275 w 3810827"/>
                <a:gd name="connsiteY11" fmla="*/ 1204061 h 3634591"/>
                <a:gd name="connsiteX12" fmla="*/ 669921 w 3810827"/>
                <a:gd name="connsiteY12" fmla="*/ 585306 h 3634591"/>
                <a:gd name="connsiteX13" fmla="*/ 1380730 w 3810827"/>
                <a:gd name="connsiteY13" fmla="*/ 156203 h 3634591"/>
                <a:gd name="connsiteX14" fmla="*/ 2180840 w 3810827"/>
                <a:gd name="connsiteY14" fmla="*/ 0 h 3634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10827" h="3634591">
                  <a:moveTo>
                    <a:pt x="2180840" y="0"/>
                  </a:moveTo>
                  <a:cubicBezTo>
                    <a:pt x="2431406" y="0"/>
                    <a:pt x="2662018" y="48886"/>
                    <a:pt x="2866380" y="145165"/>
                  </a:cubicBezTo>
                  <a:cubicBezTo>
                    <a:pt x="3057903" y="235467"/>
                    <a:pt x="3226119" y="367269"/>
                    <a:pt x="3366366" y="536835"/>
                  </a:cubicBezTo>
                  <a:cubicBezTo>
                    <a:pt x="3652997" y="883519"/>
                    <a:pt x="3810827" y="1376199"/>
                    <a:pt x="3810827" y="1924156"/>
                  </a:cubicBezTo>
                  <a:cubicBezTo>
                    <a:pt x="3810827" y="2142775"/>
                    <a:pt x="3749739" y="2318234"/>
                    <a:pt x="3612844" y="2493111"/>
                  </a:cubicBezTo>
                  <a:cubicBezTo>
                    <a:pt x="3469652" y="2676041"/>
                    <a:pt x="3254495" y="2844528"/>
                    <a:pt x="3026664" y="3022891"/>
                  </a:cubicBezTo>
                  <a:cubicBezTo>
                    <a:pt x="2984630" y="3055759"/>
                    <a:pt x="2941206" y="3089789"/>
                    <a:pt x="2897783" y="3124233"/>
                  </a:cubicBezTo>
                  <a:cubicBezTo>
                    <a:pt x="2509094" y="3432490"/>
                    <a:pt x="2225408" y="3634591"/>
                    <a:pt x="1838765" y="3634591"/>
                  </a:cubicBezTo>
                  <a:cubicBezTo>
                    <a:pt x="1249640" y="3634591"/>
                    <a:pt x="832413" y="3386508"/>
                    <a:pt x="443724" y="2805020"/>
                  </a:cubicBezTo>
                  <a:cubicBezTo>
                    <a:pt x="392859" y="2728910"/>
                    <a:pt x="343138" y="2659690"/>
                    <a:pt x="295053" y="2592792"/>
                  </a:cubicBezTo>
                  <a:cubicBezTo>
                    <a:pt x="95761" y="2315411"/>
                    <a:pt x="0" y="2171160"/>
                    <a:pt x="0" y="1924156"/>
                  </a:cubicBezTo>
                  <a:cubicBezTo>
                    <a:pt x="0" y="1678896"/>
                    <a:pt x="60024" y="1436622"/>
                    <a:pt x="178275" y="1204061"/>
                  </a:cubicBezTo>
                  <a:cubicBezTo>
                    <a:pt x="293990" y="976561"/>
                    <a:pt x="459425" y="768319"/>
                    <a:pt x="669921" y="585306"/>
                  </a:cubicBezTo>
                  <a:cubicBezTo>
                    <a:pt x="876818" y="405365"/>
                    <a:pt x="1122558" y="256964"/>
                    <a:pt x="1380730" y="156203"/>
                  </a:cubicBezTo>
                  <a:cubicBezTo>
                    <a:pt x="1645852" y="52539"/>
                    <a:pt x="1915145" y="0"/>
                    <a:pt x="2180840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284476-BB18-AC98-1202-A78A01E06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2543" y="1833229"/>
            <a:ext cx="3577022" cy="2934031"/>
          </a:xfrm>
        </p:spPr>
        <p:txBody>
          <a:bodyPr anchor="ctr">
            <a:normAutofit/>
          </a:bodyPr>
          <a:lstStyle/>
          <a:p>
            <a:r>
              <a:rPr lang="de-DE" dirty="0"/>
              <a:t>Schöne Jugend</a:t>
            </a:r>
            <a:br>
              <a:rPr lang="de-DE" dirty="0"/>
            </a:br>
            <a:r>
              <a:rPr lang="de-DE" sz="1800" b="0" dirty="0"/>
              <a:t>(1912)</a:t>
            </a:r>
          </a:p>
        </p:txBody>
      </p:sp>
      <p:sp>
        <p:nvSpPr>
          <p:cNvPr id="50" name="Content Placeholder 2">
            <a:extLst>
              <a:ext uri="{FF2B5EF4-FFF2-40B4-BE49-F238E27FC236}">
                <a16:creationId xmlns:a16="http://schemas.microsoft.com/office/drawing/2014/main" id="{3429AE08-A109-6F89-AEDC-6851AE398B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345" y="360765"/>
            <a:ext cx="6218273" cy="5578217"/>
          </a:xfr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de-DE" sz="1400" dirty="0">
                <a:ea typeface="Hack Nerd Font Mono" panose="020B0609030202020204" pitchFamily="49" charset="0"/>
                <a:cs typeface="Hack Nerd Font Mono" panose="020B0609030202020204" pitchFamily="49" charset="0"/>
              </a:rPr>
              <a:t>Der Mund eines Mädchens, das lange im Schilf gelegen hatte,</a:t>
            </a:r>
          </a:p>
          <a:p>
            <a:pPr>
              <a:lnSpc>
                <a:spcPct val="100000"/>
              </a:lnSpc>
            </a:pPr>
            <a:r>
              <a:rPr lang="de-DE" sz="1400" dirty="0">
                <a:ea typeface="Hack Nerd Font Mono" panose="020B0609030202020204" pitchFamily="49" charset="0"/>
                <a:cs typeface="Hack Nerd Font Mono" panose="020B0609030202020204" pitchFamily="49" charset="0"/>
              </a:rPr>
              <a:t>sah so angeknabbert aus.</a:t>
            </a:r>
          </a:p>
          <a:p>
            <a:pPr>
              <a:lnSpc>
                <a:spcPct val="100000"/>
              </a:lnSpc>
            </a:pPr>
            <a:r>
              <a:rPr lang="de-DE" sz="1400" dirty="0">
                <a:ea typeface="Hack Nerd Font Mono" panose="020B0609030202020204" pitchFamily="49" charset="0"/>
                <a:cs typeface="Hack Nerd Font Mono" panose="020B0609030202020204" pitchFamily="49" charset="0"/>
              </a:rPr>
              <a:t>Als man die Brust aufbrach, war die Speiseröhre so löcherig.</a:t>
            </a:r>
          </a:p>
          <a:p>
            <a:pPr>
              <a:lnSpc>
                <a:spcPct val="100000"/>
              </a:lnSpc>
            </a:pPr>
            <a:r>
              <a:rPr lang="de-DE" sz="1400" dirty="0">
                <a:ea typeface="Hack Nerd Font Mono" panose="020B0609030202020204" pitchFamily="49" charset="0"/>
                <a:cs typeface="Hack Nerd Font Mono" panose="020B0609030202020204" pitchFamily="49" charset="0"/>
              </a:rPr>
              <a:t>Schließlich in einer Laube unter dem Zwerchfell</a:t>
            </a:r>
          </a:p>
          <a:p>
            <a:pPr>
              <a:lnSpc>
                <a:spcPct val="100000"/>
              </a:lnSpc>
            </a:pPr>
            <a:r>
              <a:rPr lang="de-DE" sz="1400" dirty="0">
                <a:ea typeface="Hack Nerd Font Mono" panose="020B0609030202020204" pitchFamily="49" charset="0"/>
                <a:cs typeface="Hack Nerd Font Mono" panose="020B0609030202020204" pitchFamily="49" charset="0"/>
              </a:rPr>
              <a:t>fand man ein Nest von jungen Ratten.</a:t>
            </a:r>
          </a:p>
          <a:p>
            <a:pPr>
              <a:lnSpc>
                <a:spcPct val="100000"/>
              </a:lnSpc>
            </a:pPr>
            <a:r>
              <a:rPr lang="de-DE" sz="1400" dirty="0">
                <a:ea typeface="Hack Nerd Font Mono" panose="020B0609030202020204" pitchFamily="49" charset="0"/>
                <a:cs typeface="Hack Nerd Font Mono" panose="020B0609030202020204" pitchFamily="49" charset="0"/>
              </a:rPr>
              <a:t>Ein kleines Schwesterchen lag tot.</a:t>
            </a:r>
          </a:p>
          <a:p>
            <a:pPr>
              <a:lnSpc>
                <a:spcPct val="100000"/>
              </a:lnSpc>
            </a:pPr>
            <a:r>
              <a:rPr lang="de-DE" sz="1400" dirty="0">
                <a:ea typeface="Hack Nerd Font Mono" panose="020B0609030202020204" pitchFamily="49" charset="0"/>
                <a:cs typeface="Hack Nerd Font Mono" panose="020B0609030202020204" pitchFamily="49" charset="0"/>
              </a:rPr>
              <a:t>Die andern lebten von Leber und Niere,</a:t>
            </a:r>
          </a:p>
          <a:p>
            <a:pPr>
              <a:lnSpc>
                <a:spcPct val="100000"/>
              </a:lnSpc>
            </a:pPr>
            <a:r>
              <a:rPr lang="de-DE" sz="1400" dirty="0">
                <a:ea typeface="Hack Nerd Font Mono" panose="020B0609030202020204" pitchFamily="49" charset="0"/>
                <a:cs typeface="Hack Nerd Font Mono" panose="020B0609030202020204" pitchFamily="49" charset="0"/>
              </a:rPr>
              <a:t>tranken das kalte Blut und hatten</a:t>
            </a:r>
          </a:p>
          <a:p>
            <a:pPr>
              <a:lnSpc>
                <a:spcPct val="100000"/>
              </a:lnSpc>
            </a:pPr>
            <a:r>
              <a:rPr lang="de-DE" sz="1400" dirty="0">
                <a:ea typeface="Hack Nerd Font Mono" panose="020B0609030202020204" pitchFamily="49" charset="0"/>
                <a:cs typeface="Hack Nerd Font Mono" panose="020B0609030202020204" pitchFamily="49" charset="0"/>
              </a:rPr>
              <a:t>hier eine schöne Jugend verlebt.</a:t>
            </a:r>
          </a:p>
          <a:p>
            <a:pPr>
              <a:lnSpc>
                <a:spcPct val="100000"/>
              </a:lnSpc>
            </a:pPr>
            <a:r>
              <a:rPr lang="de-DE" sz="1400" dirty="0">
                <a:ea typeface="Hack Nerd Font Mono" panose="020B0609030202020204" pitchFamily="49" charset="0"/>
                <a:cs typeface="Hack Nerd Font Mono" panose="020B0609030202020204" pitchFamily="49" charset="0"/>
              </a:rPr>
              <a:t>Und schön und schnell kam auch ihr Tod:</a:t>
            </a:r>
          </a:p>
          <a:p>
            <a:pPr>
              <a:lnSpc>
                <a:spcPct val="100000"/>
              </a:lnSpc>
            </a:pPr>
            <a:r>
              <a:rPr lang="de-DE" sz="1400" dirty="0">
                <a:ea typeface="Hack Nerd Font Mono" panose="020B0609030202020204" pitchFamily="49" charset="0"/>
                <a:cs typeface="Hack Nerd Font Mono" panose="020B0609030202020204" pitchFamily="49" charset="0"/>
              </a:rPr>
              <a:t>Man warf sie allesamt ins Wasser.</a:t>
            </a:r>
          </a:p>
          <a:p>
            <a:pPr>
              <a:lnSpc>
                <a:spcPct val="100000"/>
              </a:lnSpc>
            </a:pPr>
            <a:r>
              <a:rPr lang="de-DE" sz="1400" dirty="0">
                <a:ea typeface="Hack Nerd Font Mono" panose="020B0609030202020204" pitchFamily="49" charset="0"/>
                <a:cs typeface="Hack Nerd Font Mono" panose="020B0609030202020204" pitchFamily="49" charset="0"/>
              </a:rPr>
              <a:t>Ach, wie die kleinen Schnauzen quietschten!</a:t>
            </a:r>
            <a:endParaRPr lang="en-GB" sz="1400" dirty="0">
              <a:ea typeface="Hack Nerd Font Mono" panose="020B0609030202020204" pitchFamily="49" charset="0"/>
              <a:cs typeface="Hack Nerd Font Mono" panose="020B0609030202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87701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C14302F-E955-47D0-A56B-D1D1A6953B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73" y="-9274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C310F6C-D8CB-4984-9F9B-BA18C1719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12079" y="1033741"/>
            <a:ext cx="4908132" cy="4613915"/>
            <a:chOff x="659679" y="950330"/>
            <a:chExt cx="4908132" cy="4613915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750E550-BE93-4743-8659-1531F86CB6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816216" y="1107426"/>
              <a:ext cx="4619072" cy="4342182"/>
            </a:xfrm>
            <a:custGeom>
              <a:avLst/>
              <a:gdLst>
                <a:gd name="connsiteX0" fmla="*/ 2180840 w 3810827"/>
                <a:gd name="connsiteY0" fmla="*/ 0 h 3634591"/>
                <a:gd name="connsiteX1" fmla="*/ 2866380 w 3810827"/>
                <a:gd name="connsiteY1" fmla="*/ 145165 h 3634591"/>
                <a:gd name="connsiteX2" fmla="*/ 3366366 w 3810827"/>
                <a:gd name="connsiteY2" fmla="*/ 536835 h 3634591"/>
                <a:gd name="connsiteX3" fmla="*/ 3810827 w 3810827"/>
                <a:gd name="connsiteY3" fmla="*/ 1924156 h 3634591"/>
                <a:gd name="connsiteX4" fmla="*/ 3612844 w 3810827"/>
                <a:gd name="connsiteY4" fmla="*/ 2493111 h 3634591"/>
                <a:gd name="connsiteX5" fmla="*/ 3026664 w 3810827"/>
                <a:gd name="connsiteY5" fmla="*/ 3022891 h 3634591"/>
                <a:gd name="connsiteX6" fmla="*/ 2897783 w 3810827"/>
                <a:gd name="connsiteY6" fmla="*/ 3124233 h 3634591"/>
                <a:gd name="connsiteX7" fmla="*/ 1838765 w 3810827"/>
                <a:gd name="connsiteY7" fmla="*/ 3634591 h 3634591"/>
                <a:gd name="connsiteX8" fmla="*/ 443724 w 3810827"/>
                <a:gd name="connsiteY8" fmla="*/ 2805020 h 3634591"/>
                <a:gd name="connsiteX9" fmla="*/ 295053 w 3810827"/>
                <a:gd name="connsiteY9" fmla="*/ 2592792 h 3634591"/>
                <a:gd name="connsiteX10" fmla="*/ 0 w 3810827"/>
                <a:gd name="connsiteY10" fmla="*/ 1924156 h 3634591"/>
                <a:gd name="connsiteX11" fmla="*/ 178275 w 3810827"/>
                <a:gd name="connsiteY11" fmla="*/ 1204061 h 3634591"/>
                <a:gd name="connsiteX12" fmla="*/ 669921 w 3810827"/>
                <a:gd name="connsiteY12" fmla="*/ 585306 h 3634591"/>
                <a:gd name="connsiteX13" fmla="*/ 1380730 w 3810827"/>
                <a:gd name="connsiteY13" fmla="*/ 156203 h 3634591"/>
                <a:gd name="connsiteX14" fmla="*/ 2180840 w 3810827"/>
                <a:gd name="connsiteY14" fmla="*/ 0 h 3634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10827" h="3634591">
                  <a:moveTo>
                    <a:pt x="2180840" y="0"/>
                  </a:moveTo>
                  <a:cubicBezTo>
                    <a:pt x="2431406" y="0"/>
                    <a:pt x="2662018" y="48886"/>
                    <a:pt x="2866380" y="145165"/>
                  </a:cubicBezTo>
                  <a:cubicBezTo>
                    <a:pt x="3057903" y="235467"/>
                    <a:pt x="3226119" y="367269"/>
                    <a:pt x="3366366" y="536835"/>
                  </a:cubicBezTo>
                  <a:cubicBezTo>
                    <a:pt x="3652997" y="883519"/>
                    <a:pt x="3810827" y="1376199"/>
                    <a:pt x="3810827" y="1924156"/>
                  </a:cubicBezTo>
                  <a:cubicBezTo>
                    <a:pt x="3810827" y="2142775"/>
                    <a:pt x="3749739" y="2318234"/>
                    <a:pt x="3612844" y="2493111"/>
                  </a:cubicBezTo>
                  <a:cubicBezTo>
                    <a:pt x="3469652" y="2676041"/>
                    <a:pt x="3254495" y="2844528"/>
                    <a:pt x="3026664" y="3022891"/>
                  </a:cubicBezTo>
                  <a:cubicBezTo>
                    <a:pt x="2984630" y="3055759"/>
                    <a:pt x="2941206" y="3089789"/>
                    <a:pt x="2897783" y="3124233"/>
                  </a:cubicBezTo>
                  <a:cubicBezTo>
                    <a:pt x="2509094" y="3432490"/>
                    <a:pt x="2225408" y="3634591"/>
                    <a:pt x="1838765" y="3634591"/>
                  </a:cubicBezTo>
                  <a:cubicBezTo>
                    <a:pt x="1249640" y="3634591"/>
                    <a:pt x="832413" y="3386508"/>
                    <a:pt x="443724" y="2805020"/>
                  </a:cubicBezTo>
                  <a:cubicBezTo>
                    <a:pt x="392859" y="2728910"/>
                    <a:pt x="343138" y="2659690"/>
                    <a:pt x="295053" y="2592792"/>
                  </a:cubicBezTo>
                  <a:cubicBezTo>
                    <a:pt x="95761" y="2315411"/>
                    <a:pt x="0" y="2171160"/>
                    <a:pt x="0" y="1924156"/>
                  </a:cubicBezTo>
                  <a:cubicBezTo>
                    <a:pt x="0" y="1678896"/>
                    <a:pt x="60024" y="1436622"/>
                    <a:pt x="178275" y="1204061"/>
                  </a:cubicBezTo>
                  <a:cubicBezTo>
                    <a:pt x="293990" y="976561"/>
                    <a:pt x="459425" y="768319"/>
                    <a:pt x="669921" y="585306"/>
                  </a:cubicBezTo>
                  <a:cubicBezTo>
                    <a:pt x="876818" y="405365"/>
                    <a:pt x="1122558" y="256964"/>
                    <a:pt x="1380730" y="156203"/>
                  </a:cubicBezTo>
                  <a:cubicBezTo>
                    <a:pt x="1645852" y="52539"/>
                    <a:pt x="1915145" y="0"/>
                    <a:pt x="2180840" y="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BE626DC7-F0FE-49A7-AA4C-A8DB1F7EBA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864593" y="1253260"/>
              <a:ext cx="4488025" cy="4074679"/>
            </a:xfrm>
            <a:custGeom>
              <a:avLst/>
              <a:gdLst>
                <a:gd name="connsiteX0" fmla="*/ 2180840 w 3810827"/>
                <a:gd name="connsiteY0" fmla="*/ 0 h 3634591"/>
                <a:gd name="connsiteX1" fmla="*/ 2866380 w 3810827"/>
                <a:gd name="connsiteY1" fmla="*/ 145165 h 3634591"/>
                <a:gd name="connsiteX2" fmla="*/ 3366366 w 3810827"/>
                <a:gd name="connsiteY2" fmla="*/ 536835 h 3634591"/>
                <a:gd name="connsiteX3" fmla="*/ 3810827 w 3810827"/>
                <a:gd name="connsiteY3" fmla="*/ 1924156 h 3634591"/>
                <a:gd name="connsiteX4" fmla="*/ 3612844 w 3810827"/>
                <a:gd name="connsiteY4" fmla="*/ 2493111 h 3634591"/>
                <a:gd name="connsiteX5" fmla="*/ 3026664 w 3810827"/>
                <a:gd name="connsiteY5" fmla="*/ 3022891 h 3634591"/>
                <a:gd name="connsiteX6" fmla="*/ 2897783 w 3810827"/>
                <a:gd name="connsiteY6" fmla="*/ 3124233 h 3634591"/>
                <a:gd name="connsiteX7" fmla="*/ 1838765 w 3810827"/>
                <a:gd name="connsiteY7" fmla="*/ 3634591 h 3634591"/>
                <a:gd name="connsiteX8" fmla="*/ 443724 w 3810827"/>
                <a:gd name="connsiteY8" fmla="*/ 2805020 h 3634591"/>
                <a:gd name="connsiteX9" fmla="*/ 295053 w 3810827"/>
                <a:gd name="connsiteY9" fmla="*/ 2592792 h 3634591"/>
                <a:gd name="connsiteX10" fmla="*/ 0 w 3810827"/>
                <a:gd name="connsiteY10" fmla="*/ 1924156 h 3634591"/>
                <a:gd name="connsiteX11" fmla="*/ 178275 w 3810827"/>
                <a:gd name="connsiteY11" fmla="*/ 1204061 h 3634591"/>
                <a:gd name="connsiteX12" fmla="*/ 669921 w 3810827"/>
                <a:gd name="connsiteY12" fmla="*/ 585306 h 3634591"/>
                <a:gd name="connsiteX13" fmla="*/ 1380730 w 3810827"/>
                <a:gd name="connsiteY13" fmla="*/ 156203 h 3634591"/>
                <a:gd name="connsiteX14" fmla="*/ 2180840 w 3810827"/>
                <a:gd name="connsiteY14" fmla="*/ 0 h 3634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10827" h="3634591">
                  <a:moveTo>
                    <a:pt x="2180840" y="0"/>
                  </a:moveTo>
                  <a:cubicBezTo>
                    <a:pt x="2431406" y="0"/>
                    <a:pt x="2662018" y="48886"/>
                    <a:pt x="2866380" y="145165"/>
                  </a:cubicBezTo>
                  <a:cubicBezTo>
                    <a:pt x="3057903" y="235467"/>
                    <a:pt x="3226119" y="367269"/>
                    <a:pt x="3366366" y="536835"/>
                  </a:cubicBezTo>
                  <a:cubicBezTo>
                    <a:pt x="3652997" y="883519"/>
                    <a:pt x="3810827" y="1376199"/>
                    <a:pt x="3810827" y="1924156"/>
                  </a:cubicBezTo>
                  <a:cubicBezTo>
                    <a:pt x="3810827" y="2142775"/>
                    <a:pt x="3749739" y="2318234"/>
                    <a:pt x="3612844" y="2493111"/>
                  </a:cubicBezTo>
                  <a:cubicBezTo>
                    <a:pt x="3469652" y="2676041"/>
                    <a:pt x="3254495" y="2844528"/>
                    <a:pt x="3026664" y="3022891"/>
                  </a:cubicBezTo>
                  <a:cubicBezTo>
                    <a:pt x="2984630" y="3055759"/>
                    <a:pt x="2941206" y="3089789"/>
                    <a:pt x="2897783" y="3124233"/>
                  </a:cubicBezTo>
                  <a:cubicBezTo>
                    <a:pt x="2509094" y="3432490"/>
                    <a:pt x="2225408" y="3634591"/>
                    <a:pt x="1838765" y="3634591"/>
                  </a:cubicBezTo>
                  <a:cubicBezTo>
                    <a:pt x="1249640" y="3634591"/>
                    <a:pt x="832413" y="3386508"/>
                    <a:pt x="443724" y="2805020"/>
                  </a:cubicBezTo>
                  <a:cubicBezTo>
                    <a:pt x="392859" y="2728910"/>
                    <a:pt x="343138" y="2659690"/>
                    <a:pt x="295053" y="2592792"/>
                  </a:cubicBezTo>
                  <a:cubicBezTo>
                    <a:pt x="95761" y="2315411"/>
                    <a:pt x="0" y="2171160"/>
                    <a:pt x="0" y="1924156"/>
                  </a:cubicBezTo>
                  <a:cubicBezTo>
                    <a:pt x="0" y="1678896"/>
                    <a:pt x="60024" y="1436622"/>
                    <a:pt x="178275" y="1204061"/>
                  </a:cubicBezTo>
                  <a:cubicBezTo>
                    <a:pt x="293990" y="976561"/>
                    <a:pt x="459425" y="768319"/>
                    <a:pt x="669921" y="585306"/>
                  </a:cubicBezTo>
                  <a:cubicBezTo>
                    <a:pt x="876818" y="405365"/>
                    <a:pt x="1122558" y="256964"/>
                    <a:pt x="1380730" y="156203"/>
                  </a:cubicBezTo>
                  <a:cubicBezTo>
                    <a:pt x="1645852" y="52539"/>
                    <a:pt x="1915145" y="0"/>
                    <a:pt x="2180840" y="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1EBB781F-78E5-4C66-811C-9FF8B5D501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1300000" flipH="1">
              <a:off x="659679" y="950330"/>
              <a:ext cx="4908132" cy="4613915"/>
            </a:xfrm>
            <a:custGeom>
              <a:avLst/>
              <a:gdLst>
                <a:gd name="connsiteX0" fmla="*/ 2180840 w 3810827"/>
                <a:gd name="connsiteY0" fmla="*/ 0 h 3634591"/>
                <a:gd name="connsiteX1" fmla="*/ 2866380 w 3810827"/>
                <a:gd name="connsiteY1" fmla="*/ 145165 h 3634591"/>
                <a:gd name="connsiteX2" fmla="*/ 3366366 w 3810827"/>
                <a:gd name="connsiteY2" fmla="*/ 536835 h 3634591"/>
                <a:gd name="connsiteX3" fmla="*/ 3810827 w 3810827"/>
                <a:gd name="connsiteY3" fmla="*/ 1924156 h 3634591"/>
                <a:gd name="connsiteX4" fmla="*/ 3612844 w 3810827"/>
                <a:gd name="connsiteY4" fmla="*/ 2493111 h 3634591"/>
                <a:gd name="connsiteX5" fmla="*/ 3026664 w 3810827"/>
                <a:gd name="connsiteY5" fmla="*/ 3022891 h 3634591"/>
                <a:gd name="connsiteX6" fmla="*/ 2897783 w 3810827"/>
                <a:gd name="connsiteY6" fmla="*/ 3124233 h 3634591"/>
                <a:gd name="connsiteX7" fmla="*/ 1838765 w 3810827"/>
                <a:gd name="connsiteY7" fmla="*/ 3634591 h 3634591"/>
                <a:gd name="connsiteX8" fmla="*/ 443724 w 3810827"/>
                <a:gd name="connsiteY8" fmla="*/ 2805020 h 3634591"/>
                <a:gd name="connsiteX9" fmla="*/ 295053 w 3810827"/>
                <a:gd name="connsiteY9" fmla="*/ 2592792 h 3634591"/>
                <a:gd name="connsiteX10" fmla="*/ 0 w 3810827"/>
                <a:gd name="connsiteY10" fmla="*/ 1924156 h 3634591"/>
                <a:gd name="connsiteX11" fmla="*/ 178275 w 3810827"/>
                <a:gd name="connsiteY11" fmla="*/ 1204061 h 3634591"/>
                <a:gd name="connsiteX12" fmla="*/ 669921 w 3810827"/>
                <a:gd name="connsiteY12" fmla="*/ 585306 h 3634591"/>
                <a:gd name="connsiteX13" fmla="*/ 1380730 w 3810827"/>
                <a:gd name="connsiteY13" fmla="*/ 156203 h 3634591"/>
                <a:gd name="connsiteX14" fmla="*/ 2180840 w 3810827"/>
                <a:gd name="connsiteY14" fmla="*/ 0 h 3634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10827" h="3634591">
                  <a:moveTo>
                    <a:pt x="2180840" y="0"/>
                  </a:moveTo>
                  <a:cubicBezTo>
                    <a:pt x="2431406" y="0"/>
                    <a:pt x="2662018" y="48886"/>
                    <a:pt x="2866380" y="145165"/>
                  </a:cubicBezTo>
                  <a:cubicBezTo>
                    <a:pt x="3057903" y="235467"/>
                    <a:pt x="3226119" y="367269"/>
                    <a:pt x="3366366" y="536835"/>
                  </a:cubicBezTo>
                  <a:cubicBezTo>
                    <a:pt x="3652997" y="883519"/>
                    <a:pt x="3810827" y="1376199"/>
                    <a:pt x="3810827" y="1924156"/>
                  </a:cubicBezTo>
                  <a:cubicBezTo>
                    <a:pt x="3810827" y="2142775"/>
                    <a:pt x="3749739" y="2318234"/>
                    <a:pt x="3612844" y="2493111"/>
                  </a:cubicBezTo>
                  <a:cubicBezTo>
                    <a:pt x="3469652" y="2676041"/>
                    <a:pt x="3254495" y="2844528"/>
                    <a:pt x="3026664" y="3022891"/>
                  </a:cubicBezTo>
                  <a:cubicBezTo>
                    <a:pt x="2984630" y="3055759"/>
                    <a:pt x="2941206" y="3089789"/>
                    <a:pt x="2897783" y="3124233"/>
                  </a:cubicBezTo>
                  <a:cubicBezTo>
                    <a:pt x="2509094" y="3432490"/>
                    <a:pt x="2225408" y="3634591"/>
                    <a:pt x="1838765" y="3634591"/>
                  </a:cubicBezTo>
                  <a:cubicBezTo>
                    <a:pt x="1249640" y="3634591"/>
                    <a:pt x="832413" y="3386508"/>
                    <a:pt x="443724" y="2805020"/>
                  </a:cubicBezTo>
                  <a:cubicBezTo>
                    <a:pt x="392859" y="2728910"/>
                    <a:pt x="343138" y="2659690"/>
                    <a:pt x="295053" y="2592792"/>
                  </a:cubicBezTo>
                  <a:cubicBezTo>
                    <a:pt x="95761" y="2315411"/>
                    <a:pt x="0" y="2171160"/>
                    <a:pt x="0" y="1924156"/>
                  </a:cubicBezTo>
                  <a:cubicBezTo>
                    <a:pt x="0" y="1678896"/>
                    <a:pt x="60024" y="1436622"/>
                    <a:pt x="178275" y="1204061"/>
                  </a:cubicBezTo>
                  <a:cubicBezTo>
                    <a:pt x="293990" y="976561"/>
                    <a:pt x="459425" y="768319"/>
                    <a:pt x="669921" y="585306"/>
                  </a:cubicBezTo>
                  <a:cubicBezTo>
                    <a:pt x="876818" y="405365"/>
                    <a:pt x="1122558" y="256964"/>
                    <a:pt x="1380730" y="156203"/>
                  </a:cubicBezTo>
                  <a:cubicBezTo>
                    <a:pt x="1645852" y="52539"/>
                    <a:pt x="1915145" y="0"/>
                    <a:pt x="2180840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BA07467-64D8-4416-5D61-252EA7B45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9849" y="1899904"/>
            <a:ext cx="3312116" cy="2934031"/>
          </a:xfrm>
        </p:spPr>
        <p:txBody>
          <a:bodyPr anchor="ctr">
            <a:normAutofit/>
          </a:bodyPr>
          <a:lstStyle/>
          <a:p>
            <a:r>
              <a:rPr lang="de-DE" dirty="0"/>
              <a:t>Formale Analyse</a:t>
            </a:r>
          </a:p>
        </p:txBody>
      </p:sp>
      <p:graphicFrame>
        <p:nvGraphicFramePr>
          <p:cNvPr id="10" name="Content Placeholder 2">
            <a:extLst>
              <a:ext uri="{FF2B5EF4-FFF2-40B4-BE49-F238E27FC236}">
                <a16:creationId xmlns:a16="http://schemas.microsoft.com/office/drawing/2014/main" id="{EB54A239-EDE0-7064-B7C8-E427FBDDD0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20543166"/>
              </p:ext>
            </p:extLst>
          </p:nvPr>
        </p:nvGraphicFramePr>
        <p:xfrm>
          <a:off x="6095999" y="940107"/>
          <a:ext cx="5076826" cy="50241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869967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BBB70-2FF3-743D-0D58-A46E4FA36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Quellen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0F6AFA-959D-D9DA-D015-D69EB2A402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Lohner</a:t>
            </a:r>
            <a:r>
              <a:rPr lang="en-US" dirty="0"/>
              <a:t>, Edgar: The development of Gottfried Benn's idea of expression as value. In: The German </a:t>
            </a:r>
            <a:r>
              <a:rPr lang="en-US" dirty="0" err="1"/>
              <a:t>Quaterly</a:t>
            </a:r>
            <a:r>
              <a:rPr lang="en-US" dirty="0"/>
              <a:t> 1952, 26.1, 39-55</a:t>
            </a:r>
          </a:p>
          <a:p>
            <a:r>
              <a:rPr lang="de-DE" dirty="0"/>
              <a:t>Mayer-König, Wolfgang: Zur Psychologie der Literatursprache in Gottfried Benns «MORGUE». In: </a:t>
            </a:r>
            <a:r>
              <a:rPr lang="de-DE" dirty="0" err="1"/>
              <a:t>Colloquia</a:t>
            </a:r>
            <a:r>
              <a:rPr lang="de-DE" dirty="0"/>
              <a:t> </a:t>
            </a:r>
            <a:r>
              <a:rPr lang="de-DE" dirty="0" err="1"/>
              <a:t>Germanica</a:t>
            </a:r>
            <a:r>
              <a:rPr lang="de-DE" dirty="0"/>
              <a:t> 1974, 8, 334-343 </a:t>
            </a:r>
          </a:p>
        </p:txBody>
      </p:sp>
    </p:spTree>
    <p:extLst>
      <p:ext uri="{BB962C8B-B14F-4D97-AF65-F5344CB8AC3E}">
        <p14:creationId xmlns:p14="http://schemas.microsoft.com/office/powerpoint/2010/main" val="150487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SketchLinesVTI">
  <a:themeElements>
    <a:clrScheme name="SketchLines">
      <a:dk1>
        <a:sysClr val="windowText" lastClr="000000"/>
      </a:dk1>
      <a:lt1>
        <a:sysClr val="window" lastClr="FFFFFF"/>
      </a:lt1>
      <a:dk2>
        <a:srgbClr val="564E4E"/>
      </a:dk2>
      <a:lt2>
        <a:srgbClr val="EEEBE2"/>
      </a:lt2>
      <a:accent1>
        <a:srgbClr val="E54837"/>
      </a:accent1>
      <a:accent2>
        <a:srgbClr val="947F53"/>
      </a:accent2>
      <a:accent3>
        <a:srgbClr val="BE8D64"/>
      </a:accent3>
      <a:accent4>
        <a:srgbClr val="E0C171"/>
      </a:accent4>
      <a:accent5>
        <a:srgbClr val="968572"/>
      </a:accent5>
      <a:accent6>
        <a:srgbClr val="855D5D"/>
      </a:accent6>
      <a:hlink>
        <a:srgbClr val="CC9900"/>
      </a:hlink>
      <a:folHlink>
        <a:srgbClr val="96A9A9"/>
      </a:folHlink>
    </a:clrScheme>
    <a:fontScheme name="Custom 7">
      <a:majorFont>
        <a:latin typeface="Meiryo"/>
        <a:ea typeface=""/>
        <a:cs typeface=""/>
      </a:majorFont>
      <a:minorFont>
        <a:latin typeface="Meiryo"/>
        <a:ea typeface=""/>
        <a:cs typeface=""/>
      </a:minorFont>
    </a:fontScheme>
    <a:fmtScheme name="Feathered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tint val="50000"/>
              <a:shade val="83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25400" dir="5400000" algn="ctr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ketchLinesVTI" id="{8C0B0F05-C8D0-4078-9615-83E590287484}" vid="{43A7BC57-C1E3-4EE6-BDBC-5422DD574AF2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Benutzerdefiniertes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57C5D20-A1D9-4107-9B30-3D8ABB55BFAE}">
  <we:reference id="wa200005566" version="3.0.0.2" store="en-US" storeType="OMEX"/>
  <we:alternateReferences>
    <we:reference id="wa200005566" version="3.0.0.2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361</Words>
  <Application>Microsoft Office PowerPoint</Application>
  <PresentationFormat>Widescreen</PresentationFormat>
  <Paragraphs>45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Meiryo</vt:lpstr>
      <vt:lpstr>Aptos</vt:lpstr>
      <vt:lpstr>Aptos Display</vt:lpstr>
      <vt:lpstr>Arial</vt:lpstr>
      <vt:lpstr>Corbel</vt:lpstr>
      <vt:lpstr>Hack Nerd Font Mono</vt:lpstr>
      <vt:lpstr>SketchLinesVTI</vt:lpstr>
      <vt:lpstr>Custom Design</vt:lpstr>
      <vt:lpstr>Benutzerdefiniertes Design</vt:lpstr>
      <vt:lpstr>Schöne Jugend Gottfried Benn</vt:lpstr>
      <vt:lpstr>Schöne Jugend (1912)</vt:lpstr>
      <vt:lpstr>Gottfried Benn</vt:lpstr>
      <vt:lpstr>Der Doktor-Dichter</vt:lpstr>
      <vt:lpstr>Schöne Jugend (1912)</vt:lpstr>
      <vt:lpstr>Formale Analyse</vt:lpstr>
      <vt:lpstr>Quellen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Quin Barnard</dc:creator>
  <cp:lastModifiedBy>Quin Barnard</cp:lastModifiedBy>
  <cp:revision>4</cp:revision>
  <dcterms:created xsi:type="dcterms:W3CDTF">2024-09-29T07:55:50Z</dcterms:created>
  <dcterms:modified xsi:type="dcterms:W3CDTF">2024-09-29T10:03:19Z</dcterms:modified>
</cp:coreProperties>
</file>