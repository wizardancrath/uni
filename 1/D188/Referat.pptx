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4D7D3E-4F29-49A7-8C31-C8610C17C511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D5273D9-9FAD-4599-8A79-E0935ECE88AD}">
      <dgm:prSet/>
      <dgm:spPr/>
      <dgm:t>
        <a:bodyPr/>
        <a:lstStyle/>
        <a:p>
          <a:r>
            <a:rPr lang="en-GB" dirty="0"/>
            <a:t>Eine Frau </a:t>
          </a:r>
          <a:r>
            <a:rPr lang="en-GB" dirty="0" err="1"/>
            <a:t>schaute</a:t>
          </a:r>
          <a:r>
            <a:rPr lang="en-GB" dirty="0"/>
            <a:t> auf Kinder, die in den Park </a:t>
          </a:r>
          <a:r>
            <a:rPr lang="en-GB" dirty="0" err="1"/>
            <a:t>spielen</a:t>
          </a:r>
          <a:endParaRPr lang="en-US" dirty="0"/>
        </a:p>
      </dgm:t>
    </dgm:pt>
    <dgm:pt modelId="{F8C53ABC-2517-45B9-B2A2-0202F0387A81}" type="parTrans" cxnId="{1D4BDDA0-B4DE-4D93-BB56-441061F521F5}">
      <dgm:prSet/>
      <dgm:spPr/>
      <dgm:t>
        <a:bodyPr/>
        <a:lstStyle/>
        <a:p>
          <a:endParaRPr lang="en-US"/>
        </a:p>
      </dgm:t>
    </dgm:pt>
    <dgm:pt modelId="{7E75F168-0BD9-4F40-9224-A31D5F6762C4}" type="sibTrans" cxnId="{1D4BDDA0-B4DE-4D93-BB56-441061F521F5}">
      <dgm:prSet/>
      <dgm:spPr/>
      <dgm:t>
        <a:bodyPr/>
        <a:lstStyle/>
        <a:p>
          <a:endParaRPr lang="en-US"/>
        </a:p>
      </dgm:t>
    </dgm:pt>
    <dgm:pt modelId="{4F5862FD-6415-4AF4-BDA3-210E2BA7A170}">
      <dgm:prSet/>
      <dgm:spPr/>
      <dgm:t>
        <a:bodyPr/>
        <a:lstStyle/>
        <a:p>
          <a:r>
            <a:rPr lang="en-GB" dirty="0"/>
            <a:t>Sie </a:t>
          </a:r>
          <a:r>
            <a:rPr lang="en-GB" dirty="0" err="1"/>
            <a:t>ist</a:t>
          </a:r>
          <a:r>
            <a:rPr lang="en-GB" dirty="0"/>
            <a:t> </a:t>
          </a:r>
          <a:r>
            <a:rPr lang="en-GB" dirty="0" err="1"/>
            <a:t>verheiratet</a:t>
          </a:r>
          <a:r>
            <a:rPr lang="en-GB" dirty="0"/>
            <a:t> und hat Kinder</a:t>
          </a:r>
          <a:endParaRPr lang="en-US" dirty="0"/>
        </a:p>
      </dgm:t>
    </dgm:pt>
    <dgm:pt modelId="{FC57DA46-B0B6-498F-80C9-5181B3582399}" type="parTrans" cxnId="{DE0671DF-8E92-4DDD-AE1C-7EF5FB9025FD}">
      <dgm:prSet/>
      <dgm:spPr/>
      <dgm:t>
        <a:bodyPr/>
        <a:lstStyle/>
        <a:p>
          <a:endParaRPr lang="en-US"/>
        </a:p>
      </dgm:t>
    </dgm:pt>
    <dgm:pt modelId="{D447D425-B691-4461-A1DC-B67AA5C340F4}" type="sibTrans" cxnId="{DE0671DF-8E92-4DDD-AE1C-7EF5FB9025FD}">
      <dgm:prSet/>
      <dgm:spPr/>
      <dgm:t>
        <a:bodyPr/>
        <a:lstStyle/>
        <a:p>
          <a:endParaRPr lang="en-US"/>
        </a:p>
      </dgm:t>
    </dgm:pt>
    <dgm:pt modelId="{9BDAE1A8-A20A-4826-8F98-BF50543589B4}">
      <dgm:prSet/>
      <dgm:spPr/>
      <dgm:t>
        <a:bodyPr/>
        <a:lstStyle/>
        <a:p>
          <a:r>
            <a:rPr lang="en-GB" dirty="0" err="1"/>
            <a:t>Eines</a:t>
          </a:r>
          <a:r>
            <a:rPr lang="en-GB" dirty="0"/>
            <a:t> Tages </a:t>
          </a:r>
          <a:r>
            <a:rPr lang="en-GB" dirty="0" err="1"/>
            <a:t>fühlte</a:t>
          </a:r>
          <a:r>
            <a:rPr lang="en-GB" dirty="0"/>
            <a:t> </a:t>
          </a:r>
          <a:r>
            <a:rPr lang="en-GB" dirty="0" err="1"/>
            <a:t>sie</a:t>
          </a:r>
          <a:r>
            <a:rPr lang="en-GB" dirty="0"/>
            <a:t> </a:t>
          </a:r>
          <a:r>
            <a:rPr lang="en-GB" dirty="0" err="1"/>
            <a:t>sich</a:t>
          </a:r>
          <a:r>
            <a:rPr lang="en-GB" dirty="0"/>
            <a:t> </a:t>
          </a:r>
          <a:r>
            <a:rPr lang="en-GB" dirty="0" err="1"/>
            <a:t>plötzlich</a:t>
          </a:r>
          <a:r>
            <a:rPr lang="en-GB" dirty="0"/>
            <a:t> </a:t>
          </a:r>
          <a:r>
            <a:rPr lang="en-GB" dirty="0" err="1"/>
            <a:t>ängstlich</a:t>
          </a:r>
          <a:r>
            <a:rPr lang="en-GB" dirty="0"/>
            <a:t> und </a:t>
          </a:r>
          <a:r>
            <a:rPr lang="en-GB" dirty="0" err="1"/>
            <a:t>nie</a:t>
          </a:r>
          <a:r>
            <a:rPr lang="en-GB" dirty="0"/>
            <a:t> </a:t>
          </a:r>
          <a:r>
            <a:rPr lang="en-GB" dirty="0" err="1"/>
            <a:t>wieder</a:t>
          </a:r>
          <a:r>
            <a:rPr lang="en-GB" dirty="0"/>
            <a:t> </a:t>
          </a:r>
          <a:r>
            <a:rPr lang="en-GB" dirty="0" err="1"/>
            <a:t>fühlte</a:t>
          </a:r>
          <a:r>
            <a:rPr lang="en-GB" dirty="0"/>
            <a:t> </a:t>
          </a:r>
          <a:r>
            <a:rPr lang="en-GB" dirty="0" err="1"/>
            <a:t>sie</a:t>
          </a:r>
          <a:r>
            <a:rPr lang="en-GB" dirty="0"/>
            <a:t> </a:t>
          </a:r>
          <a:r>
            <a:rPr lang="en-GB" dirty="0" err="1"/>
            <a:t>sich</a:t>
          </a:r>
          <a:r>
            <a:rPr lang="en-GB" dirty="0"/>
            <a:t> </a:t>
          </a:r>
          <a:r>
            <a:rPr lang="en-GB" dirty="0" err="1"/>
            <a:t>wohl</a:t>
          </a:r>
          <a:r>
            <a:rPr lang="en-GB" dirty="0"/>
            <a:t> in </a:t>
          </a:r>
          <a:r>
            <a:rPr lang="en-GB" dirty="0" err="1"/>
            <a:t>eigener</a:t>
          </a:r>
          <a:r>
            <a:rPr lang="en-GB" dirty="0"/>
            <a:t> Haut</a:t>
          </a:r>
          <a:endParaRPr lang="en-US" dirty="0"/>
        </a:p>
      </dgm:t>
    </dgm:pt>
    <dgm:pt modelId="{750D54A5-118D-44CB-85C3-39119E3CCB51}" type="parTrans" cxnId="{20BEA57E-03F7-4A91-A84E-4B2468395018}">
      <dgm:prSet/>
      <dgm:spPr/>
      <dgm:t>
        <a:bodyPr/>
        <a:lstStyle/>
        <a:p>
          <a:endParaRPr lang="en-US"/>
        </a:p>
      </dgm:t>
    </dgm:pt>
    <dgm:pt modelId="{258C4579-CE49-4577-9621-3CE11FF79442}" type="sibTrans" cxnId="{20BEA57E-03F7-4A91-A84E-4B2468395018}">
      <dgm:prSet/>
      <dgm:spPr/>
      <dgm:t>
        <a:bodyPr/>
        <a:lstStyle/>
        <a:p>
          <a:endParaRPr lang="en-US"/>
        </a:p>
      </dgm:t>
    </dgm:pt>
    <dgm:pt modelId="{4A2EBD75-A2B5-40D6-BA35-65C2E0A2D5C3}">
      <dgm:prSet/>
      <dgm:spPr/>
      <dgm:t>
        <a:bodyPr/>
        <a:lstStyle/>
        <a:p>
          <a:r>
            <a:rPr lang="en-GB" dirty="0"/>
            <a:t>2 Jahren </a:t>
          </a:r>
          <a:r>
            <a:rPr lang="en-GB" dirty="0" err="1"/>
            <a:t>später</a:t>
          </a:r>
          <a:r>
            <a:rPr lang="en-GB" dirty="0"/>
            <a:t> hat </a:t>
          </a:r>
          <a:r>
            <a:rPr lang="en-GB" dirty="0" err="1"/>
            <a:t>sie</a:t>
          </a:r>
          <a:r>
            <a:rPr lang="en-GB" dirty="0"/>
            <a:t> </a:t>
          </a:r>
          <a:r>
            <a:rPr lang="en-GB" dirty="0" err="1"/>
            <a:t>Strümpfe</a:t>
          </a:r>
          <a:r>
            <a:rPr lang="en-GB" dirty="0"/>
            <a:t> </a:t>
          </a:r>
          <a:r>
            <a:rPr lang="en-GB" dirty="0" err="1"/>
            <a:t>gestohlen</a:t>
          </a:r>
          <a:endParaRPr lang="en-US" dirty="0"/>
        </a:p>
      </dgm:t>
    </dgm:pt>
    <dgm:pt modelId="{10876148-6291-44AD-BAA1-EB102C67C56B}" type="parTrans" cxnId="{C273DE9C-551F-403D-926D-3148CA6C8E20}">
      <dgm:prSet/>
      <dgm:spPr/>
      <dgm:t>
        <a:bodyPr/>
        <a:lstStyle/>
        <a:p>
          <a:endParaRPr lang="en-US"/>
        </a:p>
      </dgm:t>
    </dgm:pt>
    <dgm:pt modelId="{B6A5512B-5C06-488B-B009-9D24F5DD784C}" type="sibTrans" cxnId="{C273DE9C-551F-403D-926D-3148CA6C8E20}">
      <dgm:prSet/>
      <dgm:spPr/>
      <dgm:t>
        <a:bodyPr/>
        <a:lstStyle/>
        <a:p>
          <a:endParaRPr lang="en-US"/>
        </a:p>
      </dgm:t>
    </dgm:pt>
    <dgm:pt modelId="{5FC9FC03-A8B9-4845-899B-4E74B0664E55}">
      <dgm:prSet/>
      <dgm:spPr/>
      <dgm:t>
        <a:bodyPr/>
        <a:lstStyle/>
        <a:p>
          <a:r>
            <a:rPr lang="en-GB" dirty="0"/>
            <a:t>Sie hat </a:t>
          </a:r>
          <a:r>
            <a:rPr lang="en-GB" dirty="0" err="1"/>
            <a:t>wieder</a:t>
          </a:r>
          <a:r>
            <a:rPr lang="en-GB" dirty="0"/>
            <a:t> </a:t>
          </a:r>
          <a:r>
            <a:rPr lang="en-GB" dirty="0" err="1"/>
            <a:t>gestohlen</a:t>
          </a:r>
          <a:r>
            <a:rPr lang="en-GB" dirty="0"/>
            <a:t>, </a:t>
          </a:r>
          <a:r>
            <a:rPr lang="en-GB" dirty="0" err="1"/>
            <a:t>nur</a:t>
          </a:r>
          <a:r>
            <a:rPr lang="en-GB" dirty="0"/>
            <a:t> um </a:t>
          </a:r>
          <a:r>
            <a:rPr lang="en-GB" dirty="0" err="1"/>
            <a:t>etwas</a:t>
          </a:r>
          <a:r>
            <a:rPr lang="en-GB" dirty="0"/>
            <a:t> </a:t>
          </a:r>
          <a:r>
            <a:rPr lang="en-GB" dirty="0" err="1"/>
            <a:t>zu</a:t>
          </a:r>
          <a:r>
            <a:rPr lang="en-GB" dirty="0"/>
            <a:t> </a:t>
          </a:r>
          <a:r>
            <a:rPr lang="en-GB" dirty="0" err="1"/>
            <a:t>spüren</a:t>
          </a:r>
          <a:endParaRPr lang="en-US" dirty="0"/>
        </a:p>
      </dgm:t>
    </dgm:pt>
    <dgm:pt modelId="{470A15A9-78CA-4E40-B9DD-EA36550B7014}" type="parTrans" cxnId="{7384EBC3-E0DB-459A-86C0-549F596A23F3}">
      <dgm:prSet/>
      <dgm:spPr/>
      <dgm:t>
        <a:bodyPr/>
        <a:lstStyle/>
        <a:p>
          <a:endParaRPr lang="en-US"/>
        </a:p>
      </dgm:t>
    </dgm:pt>
    <dgm:pt modelId="{8E281189-1266-49BB-954A-1351D9000CDE}" type="sibTrans" cxnId="{7384EBC3-E0DB-459A-86C0-549F596A23F3}">
      <dgm:prSet/>
      <dgm:spPr/>
      <dgm:t>
        <a:bodyPr/>
        <a:lstStyle/>
        <a:p>
          <a:endParaRPr lang="en-US"/>
        </a:p>
      </dgm:t>
    </dgm:pt>
    <dgm:pt modelId="{950CC739-9BEC-4731-99B0-E7C2DACCC342}">
      <dgm:prSet/>
      <dgm:spPr/>
      <dgm:t>
        <a:bodyPr/>
        <a:lstStyle/>
        <a:p>
          <a:r>
            <a:rPr lang="en-GB" dirty="0" err="1"/>
            <a:t>Endlich</a:t>
          </a:r>
          <a:r>
            <a:rPr lang="en-GB" dirty="0"/>
            <a:t> </a:t>
          </a:r>
          <a:r>
            <a:rPr lang="en-GB" dirty="0" err="1"/>
            <a:t>wurde</a:t>
          </a:r>
          <a:r>
            <a:rPr lang="en-GB" dirty="0"/>
            <a:t> </a:t>
          </a:r>
          <a:r>
            <a:rPr lang="en-GB" dirty="0" err="1"/>
            <a:t>sie</a:t>
          </a:r>
          <a:r>
            <a:rPr lang="en-GB" dirty="0"/>
            <a:t> von der </a:t>
          </a:r>
          <a:r>
            <a:rPr lang="en-GB" dirty="0" err="1"/>
            <a:t>Polizei</a:t>
          </a:r>
          <a:r>
            <a:rPr lang="en-GB" dirty="0"/>
            <a:t> </a:t>
          </a:r>
          <a:r>
            <a:rPr lang="en-GB" dirty="0" err="1"/>
            <a:t>gefangen</a:t>
          </a:r>
          <a:endParaRPr lang="en-US" dirty="0"/>
        </a:p>
      </dgm:t>
    </dgm:pt>
    <dgm:pt modelId="{5C0704D0-D1C7-4B10-ABA2-D6569108DCA9}" type="parTrans" cxnId="{09236968-FDE9-4122-A2A6-FD71FC575DAF}">
      <dgm:prSet/>
      <dgm:spPr/>
      <dgm:t>
        <a:bodyPr/>
        <a:lstStyle/>
        <a:p>
          <a:endParaRPr lang="en-US"/>
        </a:p>
      </dgm:t>
    </dgm:pt>
    <dgm:pt modelId="{B497D6E8-69C0-4F75-92E1-B0310ACCAE51}" type="sibTrans" cxnId="{09236968-FDE9-4122-A2A6-FD71FC575DAF}">
      <dgm:prSet/>
      <dgm:spPr/>
      <dgm:t>
        <a:bodyPr/>
        <a:lstStyle/>
        <a:p>
          <a:endParaRPr lang="en-US"/>
        </a:p>
      </dgm:t>
    </dgm:pt>
    <dgm:pt modelId="{54C06329-45BA-4057-A95E-43EC18F33D45}" type="pres">
      <dgm:prSet presAssocID="{A24D7D3E-4F29-49A7-8C31-C8610C17C511}" presName="linear" presStyleCnt="0">
        <dgm:presLayoutVars>
          <dgm:animLvl val="lvl"/>
          <dgm:resizeHandles val="exact"/>
        </dgm:presLayoutVars>
      </dgm:prSet>
      <dgm:spPr/>
    </dgm:pt>
    <dgm:pt modelId="{C6973F0D-74E2-4122-842E-D80F9A4D41DB}" type="pres">
      <dgm:prSet presAssocID="{BD5273D9-9FAD-4599-8A79-E0935ECE88A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3394FD0-10EC-4385-B63D-C5FAAC2A9962}" type="pres">
      <dgm:prSet presAssocID="{7E75F168-0BD9-4F40-9224-A31D5F6762C4}" presName="spacer" presStyleCnt="0"/>
      <dgm:spPr/>
    </dgm:pt>
    <dgm:pt modelId="{F786B94F-FBBB-42CB-A344-AC4F0267964C}" type="pres">
      <dgm:prSet presAssocID="{4F5862FD-6415-4AF4-BDA3-210E2BA7A17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5873F4E-6C44-4134-8864-C8BBED879A16}" type="pres">
      <dgm:prSet presAssocID="{D447D425-B691-4461-A1DC-B67AA5C340F4}" presName="spacer" presStyleCnt="0"/>
      <dgm:spPr/>
    </dgm:pt>
    <dgm:pt modelId="{8B1CFE88-9563-4D9C-B640-8DD303A19ECD}" type="pres">
      <dgm:prSet presAssocID="{9BDAE1A8-A20A-4826-8F98-BF50543589B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B4AEE9D-F64B-4EBF-9207-118D7A9B7681}" type="pres">
      <dgm:prSet presAssocID="{258C4579-CE49-4577-9621-3CE11FF79442}" presName="spacer" presStyleCnt="0"/>
      <dgm:spPr/>
    </dgm:pt>
    <dgm:pt modelId="{42FCA9BB-F87D-43F2-A672-DF2317E4CF04}" type="pres">
      <dgm:prSet presAssocID="{4A2EBD75-A2B5-40D6-BA35-65C2E0A2D5C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B3952A4-DF26-4242-BEE5-72DDE91CE494}" type="pres">
      <dgm:prSet presAssocID="{B6A5512B-5C06-488B-B009-9D24F5DD784C}" presName="spacer" presStyleCnt="0"/>
      <dgm:spPr/>
    </dgm:pt>
    <dgm:pt modelId="{2818169B-45C6-44BA-A830-53AAA3B93109}" type="pres">
      <dgm:prSet presAssocID="{5FC9FC03-A8B9-4845-899B-4E74B0664E5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3AD153C-2617-40E0-9DF8-83883D24637B}" type="pres">
      <dgm:prSet presAssocID="{8E281189-1266-49BB-954A-1351D9000CDE}" presName="spacer" presStyleCnt="0"/>
      <dgm:spPr/>
    </dgm:pt>
    <dgm:pt modelId="{ED670DC2-002E-4B01-A4C0-A7AB535097A7}" type="pres">
      <dgm:prSet presAssocID="{950CC739-9BEC-4731-99B0-E7C2DACCC34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04EF51A-B5D6-4502-B2A6-C8C88791F88C}" type="presOf" srcId="{A24D7D3E-4F29-49A7-8C31-C8610C17C511}" destId="{54C06329-45BA-4057-A95E-43EC18F33D45}" srcOrd="0" destOrd="0" presId="urn:microsoft.com/office/officeart/2005/8/layout/vList2"/>
    <dgm:cxn modelId="{1276DA3A-99AE-4B71-99ED-5B9DB91BCE32}" type="presOf" srcId="{4F5862FD-6415-4AF4-BDA3-210E2BA7A170}" destId="{F786B94F-FBBB-42CB-A344-AC4F0267964C}" srcOrd="0" destOrd="0" presId="urn:microsoft.com/office/officeart/2005/8/layout/vList2"/>
    <dgm:cxn modelId="{D16A3B3E-958D-45DA-A96A-A3CD1829203B}" type="presOf" srcId="{9BDAE1A8-A20A-4826-8F98-BF50543589B4}" destId="{8B1CFE88-9563-4D9C-B640-8DD303A19ECD}" srcOrd="0" destOrd="0" presId="urn:microsoft.com/office/officeart/2005/8/layout/vList2"/>
    <dgm:cxn modelId="{09236968-FDE9-4122-A2A6-FD71FC575DAF}" srcId="{A24D7D3E-4F29-49A7-8C31-C8610C17C511}" destId="{950CC739-9BEC-4731-99B0-E7C2DACCC342}" srcOrd="5" destOrd="0" parTransId="{5C0704D0-D1C7-4B10-ABA2-D6569108DCA9}" sibTransId="{B497D6E8-69C0-4F75-92E1-B0310ACCAE51}"/>
    <dgm:cxn modelId="{8A8AD17A-C373-47D8-9ACD-C0B3DE4E4FAA}" type="presOf" srcId="{4A2EBD75-A2B5-40D6-BA35-65C2E0A2D5C3}" destId="{42FCA9BB-F87D-43F2-A672-DF2317E4CF04}" srcOrd="0" destOrd="0" presId="urn:microsoft.com/office/officeart/2005/8/layout/vList2"/>
    <dgm:cxn modelId="{20BEA57E-03F7-4A91-A84E-4B2468395018}" srcId="{A24D7D3E-4F29-49A7-8C31-C8610C17C511}" destId="{9BDAE1A8-A20A-4826-8F98-BF50543589B4}" srcOrd="2" destOrd="0" parTransId="{750D54A5-118D-44CB-85C3-39119E3CCB51}" sibTransId="{258C4579-CE49-4577-9621-3CE11FF79442}"/>
    <dgm:cxn modelId="{C273DE9C-551F-403D-926D-3148CA6C8E20}" srcId="{A24D7D3E-4F29-49A7-8C31-C8610C17C511}" destId="{4A2EBD75-A2B5-40D6-BA35-65C2E0A2D5C3}" srcOrd="3" destOrd="0" parTransId="{10876148-6291-44AD-BAA1-EB102C67C56B}" sibTransId="{B6A5512B-5C06-488B-B009-9D24F5DD784C}"/>
    <dgm:cxn modelId="{1D4BDDA0-B4DE-4D93-BB56-441061F521F5}" srcId="{A24D7D3E-4F29-49A7-8C31-C8610C17C511}" destId="{BD5273D9-9FAD-4599-8A79-E0935ECE88AD}" srcOrd="0" destOrd="0" parTransId="{F8C53ABC-2517-45B9-B2A2-0202F0387A81}" sibTransId="{7E75F168-0BD9-4F40-9224-A31D5F6762C4}"/>
    <dgm:cxn modelId="{CA5AE3AB-7F3C-4A5F-9F13-365FE60E950D}" type="presOf" srcId="{5FC9FC03-A8B9-4845-899B-4E74B0664E55}" destId="{2818169B-45C6-44BA-A830-53AAA3B93109}" srcOrd="0" destOrd="0" presId="urn:microsoft.com/office/officeart/2005/8/layout/vList2"/>
    <dgm:cxn modelId="{7384EBC3-E0DB-459A-86C0-549F596A23F3}" srcId="{A24D7D3E-4F29-49A7-8C31-C8610C17C511}" destId="{5FC9FC03-A8B9-4845-899B-4E74B0664E55}" srcOrd="4" destOrd="0" parTransId="{470A15A9-78CA-4E40-B9DD-EA36550B7014}" sibTransId="{8E281189-1266-49BB-954A-1351D9000CDE}"/>
    <dgm:cxn modelId="{DE0671DF-8E92-4DDD-AE1C-7EF5FB9025FD}" srcId="{A24D7D3E-4F29-49A7-8C31-C8610C17C511}" destId="{4F5862FD-6415-4AF4-BDA3-210E2BA7A170}" srcOrd="1" destOrd="0" parTransId="{FC57DA46-B0B6-498F-80C9-5181B3582399}" sibTransId="{D447D425-B691-4461-A1DC-B67AA5C340F4}"/>
    <dgm:cxn modelId="{71DED0EE-3A53-4837-84E0-77A5137F462F}" type="presOf" srcId="{BD5273D9-9FAD-4599-8A79-E0935ECE88AD}" destId="{C6973F0D-74E2-4122-842E-D80F9A4D41DB}" srcOrd="0" destOrd="0" presId="urn:microsoft.com/office/officeart/2005/8/layout/vList2"/>
    <dgm:cxn modelId="{9818F9F4-25BC-45EC-BA21-A1B3222EC7E4}" type="presOf" srcId="{950CC739-9BEC-4731-99B0-E7C2DACCC342}" destId="{ED670DC2-002E-4B01-A4C0-A7AB535097A7}" srcOrd="0" destOrd="0" presId="urn:microsoft.com/office/officeart/2005/8/layout/vList2"/>
    <dgm:cxn modelId="{E9ABBBB4-7F74-47D1-81B4-DA6A2D275011}" type="presParOf" srcId="{54C06329-45BA-4057-A95E-43EC18F33D45}" destId="{C6973F0D-74E2-4122-842E-D80F9A4D41DB}" srcOrd="0" destOrd="0" presId="urn:microsoft.com/office/officeart/2005/8/layout/vList2"/>
    <dgm:cxn modelId="{A64E56C2-EFEF-40D0-B45A-90D45293A8CF}" type="presParOf" srcId="{54C06329-45BA-4057-A95E-43EC18F33D45}" destId="{B3394FD0-10EC-4385-B63D-C5FAAC2A9962}" srcOrd="1" destOrd="0" presId="urn:microsoft.com/office/officeart/2005/8/layout/vList2"/>
    <dgm:cxn modelId="{2E29DC30-84ED-4C71-A894-86B73FA25BCB}" type="presParOf" srcId="{54C06329-45BA-4057-A95E-43EC18F33D45}" destId="{F786B94F-FBBB-42CB-A344-AC4F0267964C}" srcOrd="2" destOrd="0" presId="urn:microsoft.com/office/officeart/2005/8/layout/vList2"/>
    <dgm:cxn modelId="{1D99FE8F-69F8-4569-825B-B0E103C8BA02}" type="presParOf" srcId="{54C06329-45BA-4057-A95E-43EC18F33D45}" destId="{45873F4E-6C44-4134-8864-C8BBED879A16}" srcOrd="3" destOrd="0" presId="urn:microsoft.com/office/officeart/2005/8/layout/vList2"/>
    <dgm:cxn modelId="{475645BD-60E5-4B0D-B1B7-20812A3C4051}" type="presParOf" srcId="{54C06329-45BA-4057-A95E-43EC18F33D45}" destId="{8B1CFE88-9563-4D9C-B640-8DD303A19ECD}" srcOrd="4" destOrd="0" presId="urn:microsoft.com/office/officeart/2005/8/layout/vList2"/>
    <dgm:cxn modelId="{401686C7-3705-468F-9853-E7262F1BD1FE}" type="presParOf" srcId="{54C06329-45BA-4057-A95E-43EC18F33D45}" destId="{0B4AEE9D-F64B-4EBF-9207-118D7A9B7681}" srcOrd="5" destOrd="0" presId="urn:microsoft.com/office/officeart/2005/8/layout/vList2"/>
    <dgm:cxn modelId="{CDCF5A86-FB56-459C-BDC8-D2B44F9BF987}" type="presParOf" srcId="{54C06329-45BA-4057-A95E-43EC18F33D45}" destId="{42FCA9BB-F87D-43F2-A672-DF2317E4CF04}" srcOrd="6" destOrd="0" presId="urn:microsoft.com/office/officeart/2005/8/layout/vList2"/>
    <dgm:cxn modelId="{A137090E-2E03-4D19-956D-51B7FE9516CB}" type="presParOf" srcId="{54C06329-45BA-4057-A95E-43EC18F33D45}" destId="{CB3952A4-DF26-4242-BEE5-72DDE91CE494}" srcOrd="7" destOrd="0" presId="urn:microsoft.com/office/officeart/2005/8/layout/vList2"/>
    <dgm:cxn modelId="{D78982C3-C777-4395-AF6A-877B65E59933}" type="presParOf" srcId="{54C06329-45BA-4057-A95E-43EC18F33D45}" destId="{2818169B-45C6-44BA-A830-53AAA3B93109}" srcOrd="8" destOrd="0" presId="urn:microsoft.com/office/officeart/2005/8/layout/vList2"/>
    <dgm:cxn modelId="{F73303BF-2A55-46F3-B7CA-165365F3393F}" type="presParOf" srcId="{54C06329-45BA-4057-A95E-43EC18F33D45}" destId="{63AD153C-2617-40E0-9DF8-83883D24637B}" srcOrd="9" destOrd="0" presId="urn:microsoft.com/office/officeart/2005/8/layout/vList2"/>
    <dgm:cxn modelId="{5ED1272B-6094-4E73-85F8-3DB2920E085C}" type="presParOf" srcId="{54C06329-45BA-4057-A95E-43EC18F33D45}" destId="{ED670DC2-002E-4B01-A4C0-A7AB535097A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717C9F-88C4-44C5-B46E-E9BE56A2FBD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7AA1738-A9B9-47F1-925C-B8C5C1FEB550}">
      <dgm:prSet/>
      <dgm:spPr/>
      <dgm:t>
        <a:bodyPr/>
        <a:lstStyle/>
        <a:p>
          <a:r>
            <a:rPr lang="de-DE" dirty="0"/>
            <a:t>Angst: Eines Abends wurde es schwierig zu Atmen</a:t>
          </a:r>
          <a:endParaRPr lang="en-US" dirty="0"/>
        </a:p>
      </dgm:t>
    </dgm:pt>
    <dgm:pt modelId="{13F170DA-3ADF-4B14-B899-1DF3D0A1201C}" type="parTrans" cxnId="{454C4233-AC85-4EF3-9FEA-57039AE96D15}">
      <dgm:prSet/>
      <dgm:spPr/>
      <dgm:t>
        <a:bodyPr/>
        <a:lstStyle/>
        <a:p>
          <a:endParaRPr lang="en-US"/>
        </a:p>
      </dgm:t>
    </dgm:pt>
    <dgm:pt modelId="{7D78DEA1-D439-45A0-8824-247C84E38A4D}" type="sibTrans" cxnId="{454C4233-AC85-4EF3-9FEA-57039AE96D15}">
      <dgm:prSet/>
      <dgm:spPr/>
      <dgm:t>
        <a:bodyPr/>
        <a:lstStyle/>
        <a:p>
          <a:endParaRPr lang="en-US"/>
        </a:p>
      </dgm:t>
    </dgm:pt>
    <dgm:pt modelId="{CFA405A7-B1E2-47E4-8B3D-EF6BE4F10782}">
      <dgm:prSet/>
      <dgm:spPr/>
      <dgm:t>
        <a:bodyPr/>
        <a:lstStyle/>
        <a:p>
          <a:r>
            <a:rPr lang="de-DE" dirty="0"/>
            <a:t>Depression: Sie ist zu ein „Hülle“(</a:t>
          </a:r>
          <a:r>
            <a:rPr lang="de-DE" dirty="0" err="1"/>
            <a:t>seite</a:t>
          </a:r>
          <a:r>
            <a:rPr lang="de-DE" dirty="0"/>
            <a:t> 101) geworden</a:t>
          </a:r>
          <a:endParaRPr lang="en-US" dirty="0"/>
        </a:p>
      </dgm:t>
    </dgm:pt>
    <dgm:pt modelId="{DF989EF7-1095-4743-AA55-EF6EAB4FA850}" type="parTrans" cxnId="{D0483267-4125-4C94-8FBF-B480E7B9ED0F}">
      <dgm:prSet/>
      <dgm:spPr/>
      <dgm:t>
        <a:bodyPr/>
        <a:lstStyle/>
        <a:p>
          <a:endParaRPr lang="en-US"/>
        </a:p>
      </dgm:t>
    </dgm:pt>
    <dgm:pt modelId="{873432A4-0C0E-4490-9532-A70A6657204E}" type="sibTrans" cxnId="{D0483267-4125-4C94-8FBF-B480E7B9ED0F}">
      <dgm:prSet/>
      <dgm:spPr/>
      <dgm:t>
        <a:bodyPr/>
        <a:lstStyle/>
        <a:p>
          <a:endParaRPr lang="en-US"/>
        </a:p>
      </dgm:t>
    </dgm:pt>
    <dgm:pt modelId="{ED5BFBFD-6A4B-4E72-A3E0-5B7B904E8371}" type="pres">
      <dgm:prSet presAssocID="{DC717C9F-88C4-44C5-B46E-E9BE56A2FBD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C1D9576-3D4A-4327-8436-942E061CE51D}" type="pres">
      <dgm:prSet presAssocID="{17AA1738-A9B9-47F1-925C-B8C5C1FEB550}" presName="hierRoot1" presStyleCnt="0"/>
      <dgm:spPr/>
    </dgm:pt>
    <dgm:pt modelId="{BCC6C1A6-16C2-4C2B-B090-DCE5177F48E2}" type="pres">
      <dgm:prSet presAssocID="{17AA1738-A9B9-47F1-925C-B8C5C1FEB550}" presName="composite" presStyleCnt="0"/>
      <dgm:spPr/>
    </dgm:pt>
    <dgm:pt modelId="{BC840621-0341-4C96-8E61-7DD6D8DF1AE0}" type="pres">
      <dgm:prSet presAssocID="{17AA1738-A9B9-47F1-925C-B8C5C1FEB550}" presName="background" presStyleLbl="node0" presStyleIdx="0" presStyleCnt="2"/>
      <dgm:spPr/>
    </dgm:pt>
    <dgm:pt modelId="{0AB7910D-55C3-4D41-92E4-B91C022EB423}" type="pres">
      <dgm:prSet presAssocID="{17AA1738-A9B9-47F1-925C-B8C5C1FEB550}" presName="text" presStyleLbl="fgAcc0" presStyleIdx="0" presStyleCnt="2">
        <dgm:presLayoutVars>
          <dgm:chPref val="3"/>
        </dgm:presLayoutVars>
      </dgm:prSet>
      <dgm:spPr/>
    </dgm:pt>
    <dgm:pt modelId="{01495F18-348F-4311-B3F8-3FF20FD01081}" type="pres">
      <dgm:prSet presAssocID="{17AA1738-A9B9-47F1-925C-B8C5C1FEB550}" presName="hierChild2" presStyleCnt="0"/>
      <dgm:spPr/>
    </dgm:pt>
    <dgm:pt modelId="{0257B201-31CA-447F-814A-3E57D767B46E}" type="pres">
      <dgm:prSet presAssocID="{CFA405A7-B1E2-47E4-8B3D-EF6BE4F10782}" presName="hierRoot1" presStyleCnt="0"/>
      <dgm:spPr/>
    </dgm:pt>
    <dgm:pt modelId="{2991EBAE-7764-4C30-AB86-06F2B6DA3F31}" type="pres">
      <dgm:prSet presAssocID="{CFA405A7-B1E2-47E4-8B3D-EF6BE4F10782}" presName="composite" presStyleCnt="0"/>
      <dgm:spPr/>
    </dgm:pt>
    <dgm:pt modelId="{6CDF68A4-D39E-48AD-9307-E33C0CB22FD4}" type="pres">
      <dgm:prSet presAssocID="{CFA405A7-B1E2-47E4-8B3D-EF6BE4F10782}" presName="background" presStyleLbl="node0" presStyleIdx="1" presStyleCnt="2"/>
      <dgm:spPr/>
    </dgm:pt>
    <dgm:pt modelId="{EF99530C-D57E-4363-9311-0BCA72562814}" type="pres">
      <dgm:prSet presAssocID="{CFA405A7-B1E2-47E4-8B3D-EF6BE4F10782}" presName="text" presStyleLbl="fgAcc0" presStyleIdx="1" presStyleCnt="2">
        <dgm:presLayoutVars>
          <dgm:chPref val="3"/>
        </dgm:presLayoutVars>
      </dgm:prSet>
      <dgm:spPr/>
    </dgm:pt>
    <dgm:pt modelId="{19772A7A-88FA-4E6C-85B8-725AA6BFFD8C}" type="pres">
      <dgm:prSet presAssocID="{CFA405A7-B1E2-47E4-8B3D-EF6BE4F10782}" presName="hierChild2" presStyleCnt="0"/>
      <dgm:spPr/>
    </dgm:pt>
  </dgm:ptLst>
  <dgm:cxnLst>
    <dgm:cxn modelId="{454C4233-AC85-4EF3-9FEA-57039AE96D15}" srcId="{DC717C9F-88C4-44C5-B46E-E9BE56A2FBD1}" destId="{17AA1738-A9B9-47F1-925C-B8C5C1FEB550}" srcOrd="0" destOrd="0" parTransId="{13F170DA-3ADF-4B14-B899-1DF3D0A1201C}" sibTransId="{7D78DEA1-D439-45A0-8824-247C84E38A4D}"/>
    <dgm:cxn modelId="{D0483267-4125-4C94-8FBF-B480E7B9ED0F}" srcId="{DC717C9F-88C4-44C5-B46E-E9BE56A2FBD1}" destId="{CFA405A7-B1E2-47E4-8B3D-EF6BE4F10782}" srcOrd="1" destOrd="0" parTransId="{DF989EF7-1095-4743-AA55-EF6EAB4FA850}" sibTransId="{873432A4-0C0E-4490-9532-A70A6657204E}"/>
    <dgm:cxn modelId="{62A71C69-3717-4D7A-97C1-A05A39AE4587}" type="presOf" srcId="{DC717C9F-88C4-44C5-B46E-E9BE56A2FBD1}" destId="{ED5BFBFD-6A4B-4E72-A3E0-5B7B904E8371}" srcOrd="0" destOrd="0" presId="urn:microsoft.com/office/officeart/2005/8/layout/hierarchy1"/>
    <dgm:cxn modelId="{93888ED0-5EC0-4EEE-A5B3-E4B973B197CC}" type="presOf" srcId="{17AA1738-A9B9-47F1-925C-B8C5C1FEB550}" destId="{0AB7910D-55C3-4D41-92E4-B91C022EB423}" srcOrd="0" destOrd="0" presId="urn:microsoft.com/office/officeart/2005/8/layout/hierarchy1"/>
    <dgm:cxn modelId="{AE7FEBD2-2C21-49E7-87A9-F0675D5A49B9}" type="presOf" srcId="{CFA405A7-B1E2-47E4-8B3D-EF6BE4F10782}" destId="{EF99530C-D57E-4363-9311-0BCA72562814}" srcOrd="0" destOrd="0" presId="urn:microsoft.com/office/officeart/2005/8/layout/hierarchy1"/>
    <dgm:cxn modelId="{E27234EE-D8A1-4A20-BD30-BF948DC50B62}" type="presParOf" srcId="{ED5BFBFD-6A4B-4E72-A3E0-5B7B904E8371}" destId="{7C1D9576-3D4A-4327-8436-942E061CE51D}" srcOrd="0" destOrd="0" presId="urn:microsoft.com/office/officeart/2005/8/layout/hierarchy1"/>
    <dgm:cxn modelId="{4752D97B-BC5E-47BE-A8FF-B9DF7214641A}" type="presParOf" srcId="{7C1D9576-3D4A-4327-8436-942E061CE51D}" destId="{BCC6C1A6-16C2-4C2B-B090-DCE5177F48E2}" srcOrd="0" destOrd="0" presId="urn:microsoft.com/office/officeart/2005/8/layout/hierarchy1"/>
    <dgm:cxn modelId="{ABD07C5B-48C2-43D2-89DC-1E52373CB41B}" type="presParOf" srcId="{BCC6C1A6-16C2-4C2B-B090-DCE5177F48E2}" destId="{BC840621-0341-4C96-8E61-7DD6D8DF1AE0}" srcOrd="0" destOrd="0" presId="urn:microsoft.com/office/officeart/2005/8/layout/hierarchy1"/>
    <dgm:cxn modelId="{617D82D0-CB3B-439E-B9BC-B6FF52ACF28F}" type="presParOf" srcId="{BCC6C1A6-16C2-4C2B-B090-DCE5177F48E2}" destId="{0AB7910D-55C3-4D41-92E4-B91C022EB423}" srcOrd="1" destOrd="0" presId="urn:microsoft.com/office/officeart/2005/8/layout/hierarchy1"/>
    <dgm:cxn modelId="{6828777E-0E18-48A9-A31E-4332D2DD15D8}" type="presParOf" srcId="{7C1D9576-3D4A-4327-8436-942E061CE51D}" destId="{01495F18-348F-4311-B3F8-3FF20FD01081}" srcOrd="1" destOrd="0" presId="urn:microsoft.com/office/officeart/2005/8/layout/hierarchy1"/>
    <dgm:cxn modelId="{B543DA6E-BAF6-4511-941B-34B05A757C3D}" type="presParOf" srcId="{ED5BFBFD-6A4B-4E72-A3E0-5B7B904E8371}" destId="{0257B201-31CA-447F-814A-3E57D767B46E}" srcOrd="1" destOrd="0" presId="urn:microsoft.com/office/officeart/2005/8/layout/hierarchy1"/>
    <dgm:cxn modelId="{41592AC0-413D-4616-B929-CC275969BE05}" type="presParOf" srcId="{0257B201-31CA-447F-814A-3E57D767B46E}" destId="{2991EBAE-7764-4C30-AB86-06F2B6DA3F31}" srcOrd="0" destOrd="0" presId="urn:microsoft.com/office/officeart/2005/8/layout/hierarchy1"/>
    <dgm:cxn modelId="{0FE6DD44-3DE0-4DA9-B731-E73BC4D0E6F7}" type="presParOf" srcId="{2991EBAE-7764-4C30-AB86-06F2B6DA3F31}" destId="{6CDF68A4-D39E-48AD-9307-E33C0CB22FD4}" srcOrd="0" destOrd="0" presId="urn:microsoft.com/office/officeart/2005/8/layout/hierarchy1"/>
    <dgm:cxn modelId="{7770634F-CB48-4D14-AD01-12B3B56E99D7}" type="presParOf" srcId="{2991EBAE-7764-4C30-AB86-06F2B6DA3F31}" destId="{EF99530C-D57E-4363-9311-0BCA72562814}" srcOrd="1" destOrd="0" presId="urn:microsoft.com/office/officeart/2005/8/layout/hierarchy1"/>
    <dgm:cxn modelId="{4C985202-D95D-4813-A836-7121A2F7D4EE}" type="presParOf" srcId="{0257B201-31CA-447F-814A-3E57D767B46E}" destId="{19772A7A-88FA-4E6C-85B8-725AA6BFFD8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40D139-1376-4571-A298-FA774358BF41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27D0399-88CF-45ED-81EF-105711ACC521}">
      <dgm:prSet/>
      <dgm:spPr/>
      <dgm:t>
        <a:bodyPr/>
        <a:lstStyle/>
        <a:p>
          <a:r>
            <a:rPr lang="en-GB"/>
            <a:t>Echt seriös</a:t>
          </a:r>
          <a:endParaRPr lang="en-US"/>
        </a:p>
      </dgm:t>
    </dgm:pt>
    <dgm:pt modelId="{EB4CC066-AE23-4223-945C-52567D3EE331}" type="parTrans" cxnId="{E4F286D6-067B-4F1D-852C-60F2895E93DC}">
      <dgm:prSet/>
      <dgm:spPr/>
      <dgm:t>
        <a:bodyPr/>
        <a:lstStyle/>
        <a:p>
          <a:endParaRPr lang="en-US"/>
        </a:p>
      </dgm:t>
    </dgm:pt>
    <dgm:pt modelId="{59E24591-96BB-48BF-9766-22393D6DC358}" type="sibTrans" cxnId="{E4F286D6-067B-4F1D-852C-60F2895E93DC}">
      <dgm:prSet/>
      <dgm:spPr/>
      <dgm:t>
        <a:bodyPr/>
        <a:lstStyle/>
        <a:p>
          <a:endParaRPr lang="en-US"/>
        </a:p>
      </dgm:t>
    </dgm:pt>
    <dgm:pt modelId="{8F2F7761-6143-408C-8BE4-DC368EC42137}">
      <dgm:prSet/>
      <dgm:spPr/>
      <dgm:t>
        <a:bodyPr/>
        <a:lstStyle/>
        <a:p>
          <a:r>
            <a:rPr lang="en-GB"/>
            <a:t>Informativ</a:t>
          </a:r>
          <a:endParaRPr lang="en-US"/>
        </a:p>
      </dgm:t>
    </dgm:pt>
    <dgm:pt modelId="{E12CB40F-902D-4BCD-8964-89364CF0FA52}" type="parTrans" cxnId="{2106BD72-B05B-4E41-A143-2C1247552DFB}">
      <dgm:prSet/>
      <dgm:spPr/>
      <dgm:t>
        <a:bodyPr/>
        <a:lstStyle/>
        <a:p>
          <a:endParaRPr lang="en-US"/>
        </a:p>
      </dgm:t>
    </dgm:pt>
    <dgm:pt modelId="{6A627A66-753D-44C1-8824-4C374688C48F}" type="sibTrans" cxnId="{2106BD72-B05B-4E41-A143-2C1247552DFB}">
      <dgm:prSet/>
      <dgm:spPr/>
      <dgm:t>
        <a:bodyPr/>
        <a:lstStyle/>
        <a:p>
          <a:endParaRPr lang="en-US"/>
        </a:p>
      </dgm:t>
    </dgm:pt>
    <dgm:pt modelId="{CAD40E40-6ECC-4B9A-823A-1BCB4326589E}">
      <dgm:prSet/>
      <dgm:spPr/>
      <dgm:t>
        <a:bodyPr/>
        <a:lstStyle/>
        <a:p>
          <a:r>
            <a:rPr lang="en-GB"/>
            <a:t>Brüsk</a:t>
          </a:r>
          <a:endParaRPr lang="en-US"/>
        </a:p>
      </dgm:t>
    </dgm:pt>
    <dgm:pt modelId="{D52B19CB-3819-4034-B52C-3BFB992241F5}" type="parTrans" cxnId="{9C0A65C8-AEF9-470B-826A-BE2950B1FA69}">
      <dgm:prSet/>
      <dgm:spPr/>
      <dgm:t>
        <a:bodyPr/>
        <a:lstStyle/>
        <a:p>
          <a:endParaRPr lang="en-US"/>
        </a:p>
      </dgm:t>
    </dgm:pt>
    <dgm:pt modelId="{FC84E8E4-C528-4D48-9F63-D6AD9B55CAF7}" type="sibTrans" cxnId="{9C0A65C8-AEF9-470B-826A-BE2950B1FA69}">
      <dgm:prSet/>
      <dgm:spPr/>
      <dgm:t>
        <a:bodyPr/>
        <a:lstStyle/>
        <a:p>
          <a:endParaRPr lang="en-US"/>
        </a:p>
      </dgm:t>
    </dgm:pt>
    <dgm:pt modelId="{9582CBF6-E00C-46E8-9437-AD1E5D4769CA}" type="pres">
      <dgm:prSet presAssocID="{0C40D139-1376-4571-A298-FA774358BF41}" presName="vert0" presStyleCnt="0">
        <dgm:presLayoutVars>
          <dgm:dir/>
          <dgm:animOne val="branch"/>
          <dgm:animLvl val="lvl"/>
        </dgm:presLayoutVars>
      </dgm:prSet>
      <dgm:spPr/>
    </dgm:pt>
    <dgm:pt modelId="{25AE1518-E527-4735-A54D-1BFC816E78AB}" type="pres">
      <dgm:prSet presAssocID="{D27D0399-88CF-45ED-81EF-105711ACC521}" presName="thickLine" presStyleLbl="alignNode1" presStyleIdx="0" presStyleCnt="3"/>
      <dgm:spPr/>
    </dgm:pt>
    <dgm:pt modelId="{6436E153-B420-44DE-939A-57843072A7E5}" type="pres">
      <dgm:prSet presAssocID="{D27D0399-88CF-45ED-81EF-105711ACC521}" presName="horz1" presStyleCnt="0"/>
      <dgm:spPr/>
    </dgm:pt>
    <dgm:pt modelId="{79CD06E6-D313-46E6-B72F-DB5E683843AD}" type="pres">
      <dgm:prSet presAssocID="{D27D0399-88CF-45ED-81EF-105711ACC521}" presName="tx1" presStyleLbl="revTx" presStyleIdx="0" presStyleCnt="3"/>
      <dgm:spPr/>
    </dgm:pt>
    <dgm:pt modelId="{DB50D976-E70D-43E4-89A3-2BF0ACB5B78E}" type="pres">
      <dgm:prSet presAssocID="{D27D0399-88CF-45ED-81EF-105711ACC521}" presName="vert1" presStyleCnt="0"/>
      <dgm:spPr/>
    </dgm:pt>
    <dgm:pt modelId="{A9A57DC2-0CF6-4C9C-9600-2B58D96DE377}" type="pres">
      <dgm:prSet presAssocID="{8F2F7761-6143-408C-8BE4-DC368EC42137}" presName="thickLine" presStyleLbl="alignNode1" presStyleIdx="1" presStyleCnt="3"/>
      <dgm:spPr/>
    </dgm:pt>
    <dgm:pt modelId="{0D76FAE7-A196-45D2-84E5-BD743EC4F028}" type="pres">
      <dgm:prSet presAssocID="{8F2F7761-6143-408C-8BE4-DC368EC42137}" presName="horz1" presStyleCnt="0"/>
      <dgm:spPr/>
    </dgm:pt>
    <dgm:pt modelId="{8727418F-6405-4C25-B1C5-BEF0DF37CCE4}" type="pres">
      <dgm:prSet presAssocID="{8F2F7761-6143-408C-8BE4-DC368EC42137}" presName="tx1" presStyleLbl="revTx" presStyleIdx="1" presStyleCnt="3"/>
      <dgm:spPr/>
    </dgm:pt>
    <dgm:pt modelId="{1C8048BA-7311-4464-81C3-373D468CE886}" type="pres">
      <dgm:prSet presAssocID="{8F2F7761-6143-408C-8BE4-DC368EC42137}" presName="vert1" presStyleCnt="0"/>
      <dgm:spPr/>
    </dgm:pt>
    <dgm:pt modelId="{24DEFB37-5F7D-48E6-BBC1-666B0FA08DE4}" type="pres">
      <dgm:prSet presAssocID="{CAD40E40-6ECC-4B9A-823A-1BCB4326589E}" presName="thickLine" presStyleLbl="alignNode1" presStyleIdx="2" presStyleCnt="3"/>
      <dgm:spPr/>
    </dgm:pt>
    <dgm:pt modelId="{05560077-D178-4A61-9FF4-418EA6006373}" type="pres">
      <dgm:prSet presAssocID="{CAD40E40-6ECC-4B9A-823A-1BCB4326589E}" presName="horz1" presStyleCnt="0"/>
      <dgm:spPr/>
    </dgm:pt>
    <dgm:pt modelId="{FB804A57-FFF9-4480-BB6E-7CB08795F2A5}" type="pres">
      <dgm:prSet presAssocID="{CAD40E40-6ECC-4B9A-823A-1BCB4326589E}" presName="tx1" presStyleLbl="revTx" presStyleIdx="2" presStyleCnt="3"/>
      <dgm:spPr/>
    </dgm:pt>
    <dgm:pt modelId="{3C47EBA6-BD19-494A-95E0-EAC98B189F8D}" type="pres">
      <dgm:prSet presAssocID="{CAD40E40-6ECC-4B9A-823A-1BCB4326589E}" presName="vert1" presStyleCnt="0"/>
      <dgm:spPr/>
    </dgm:pt>
  </dgm:ptLst>
  <dgm:cxnLst>
    <dgm:cxn modelId="{9B30820B-9B0F-42FE-8402-0374F4D3C547}" type="presOf" srcId="{8F2F7761-6143-408C-8BE4-DC368EC42137}" destId="{8727418F-6405-4C25-B1C5-BEF0DF37CCE4}" srcOrd="0" destOrd="0" presId="urn:microsoft.com/office/officeart/2008/layout/LinedList"/>
    <dgm:cxn modelId="{964E7E40-B44B-4148-B916-35363B3A765E}" type="presOf" srcId="{D27D0399-88CF-45ED-81EF-105711ACC521}" destId="{79CD06E6-D313-46E6-B72F-DB5E683843AD}" srcOrd="0" destOrd="0" presId="urn:microsoft.com/office/officeart/2008/layout/LinedList"/>
    <dgm:cxn modelId="{2106BD72-B05B-4E41-A143-2C1247552DFB}" srcId="{0C40D139-1376-4571-A298-FA774358BF41}" destId="{8F2F7761-6143-408C-8BE4-DC368EC42137}" srcOrd="1" destOrd="0" parTransId="{E12CB40F-902D-4BCD-8964-89364CF0FA52}" sibTransId="{6A627A66-753D-44C1-8824-4C374688C48F}"/>
    <dgm:cxn modelId="{8377F17E-1FE5-4311-8B32-2C71BE3D32FE}" type="presOf" srcId="{CAD40E40-6ECC-4B9A-823A-1BCB4326589E}" destId="{FB804A57-FFF9-4480-BB6E-7CB08795F2A5}" srcOrd="0" destOrd="0" presId="urn:microsoft.com/office/officeart/2008/layout/LinedList"/>
    <dgm:cxn modelId="{8F5792BA-5BBD-4087-A848-DBFD6268AD26}" type="presOf" srcId="{0C40D139-1376-4571-A298-FA774358BF41}" destId="{9582CBF6-E00C-46E8-9437-AD1E5D4769CA}" srcOrd="0" destOrd="0" presId="urn:microsoft.com/office/officeart/2008/layout/LinedList"/>
    <dgm:cxn modelId="{9C0A65C8-AEF9-470B-826A-BE2950B1FA69}" srcId="{0C40D139-1376-4571-A298-FA774358BF41}" destId="{CAD40E40-6ECC-4B9A-823A-1BCB4326589E}" srcOrd="2" destOrd="0" parTransId="{D52B19CB-3819-4034-B52C-3BFB992241F5}" sibTransId="{FC84E8E4-C528-4D48-9F63-D6AD9B55CAF7}"/>
    <dgm:cxn modelId="{E4F286D6-067B-4F1D-852C-60F2895E93DC}" srcId="{0C40D139-1376-4571-A298-FA774358BF41}" destId="{D27D0399-88CF-45ED-81EF-105711ACC521}" srcOrd="0" destOrd="0" parTransId="{EB4CC066-AE23-4223-945C-52567D3EE331}" sibTransId="{59E24591-96BB-48BF-9766-22393D6DC358}"/>
    <dgm:cxn modelId="{904C9812-2312-4F90-A129-14CCE3156961}" type="presParOf" srcId="{9582CBF6-E00C-46E8-9437-AD1E5D4769CA}" destId="{25AE1518-E527-4735-A54D-1BFC816E78AB}" srcOrd="0" destOrd="0" presId="urn:microsoft.com/office/officeart/2008/layout/LinedList"/>
    <dgm:cxn modelId="{A694BE71-3B83-4024-846A-CA71E7033732}" type="presParOf" srcId="{9582CBF6-E00C-46E8-9437-AD1E5D4769CA}" destId="{6436E153-B420-44DE-939A-57843072A7E5}" srcOrd="1" destOrd="0" presId="urn:microsoft.com/office/officeart/2008/layout/LinedList"/>
    <dgm:cxn modelId="{A6CA79D0-A5E1-4CC0-B47B-1DA40C0B7944}" type="presParOf" srcId="{6436E153-B420-44DE-939A-57843072A7E5}" destId="{79CD06E6-D313-46E6-B72F-DB5E683843AD}" srcOrd="0" destOrd="0" presId="urn:microsoft.com/office/officeart/2008/layout/LinedList"/>
    <dgm:cxn modelId="{F89BA05D-FC48-4109-B1DB-17F56F1152C3}" type="presParOf" srcId="{6436E153-B420-44DE-939A-57843072A7E5}" destId="{DB50D976-E70D-43E4-89A3-2BF0ACB5B78E}" srcOrd="1" destOrd="0" presId="urn:microsoft.com/office/officeart/2008/layout/LinedList"/>
    <dgm:cxn modelId="{C7495BC5-64CF-4BD1-B011-D9D2FE1AA957}" type="presParOf" srcId="{9582CBF6-E00C-46E8-9437-AD1E5D4769CA}" destId="{A9A57DC2-0CF6-4C9C-9600-2B58D96DE377}" srcOrd="2" destOrd="0" presId="urn:microsoft.com/office/officeart/2008/layout/LinedList"/>
    <dgm:cxn modelId="{2B30D2BD-1657-4DA1-834E-261B58B43B46}" type="presParOf" srcId="{9582CBF6-E00C-46E8-9437-AD1E5D4769CA}" destId="{0D76FAE7-A196-45D2-84E5-BD743EC4F028}" srcOrd="3" destOrd="0" presId="urn:microsoft.com/office/officeart/2008/layout/LinedList"/>
    <dgm:cxn modelId="{6E9C933B-CBDB-43AA-803D-004762D202B3}" type="presParOf" srcId="{0D76FAE7-A196-45D2-84E5-BD743EC4F028}" destId="{8727418F-6405-4C25-B1C5-BEF0DF37CCE4}" srcOrd="0" destOrd="0" presId="urn:microsoft.com/office/officeart/2008/layout/LinedList"/>
    <dgm:cxn modelId="{427ABDB7-230B-49DD-83B3-D3E68C9F2F59}" type="presParOf" srcId="{0D76FAE7-A196-45D2-84E5-BD743EC4F028}" destId="{1C8048BA-7311-4464-81C3-373D468CE886}" srcOrd="1" destOrd="0" presId="urn:microsoft.com/office/officeart/2008/layout/LinedList"/>
    <dgm:cxn modelId="{2E55DD03-707A-471C-A78B-0E037EE5FEC3}" type="presParOf" srcId="{9582CBF6-E00C-46E8-9437-AD1E5D4769CA}" destId="{24DEFB37-5F7D-48E6-BBC1-666B0FA08DE4}" srcOrd="4" destOrd="0" presId="urn:microsoft.com/office/officeart/2008/layout/LinedList"/>
    <dgm:cxn modelId="{F321B3CB-23DB-4642-A901-45BE14355E8E}" type="presParOf" srcId="{9582CBF6-E00C-46E8-9437-AD1E5D4769CA}" destId="{05560077-D178-4A61-9FF4-418EA6006373}" srcOrd="5" destOrd="0" presId="urn:microsoft.com/office/officeart/2008/layout/LinedList"/>
    <dgm:cxn modelId="{424BC7E8-75D2-435F-8FAA-66A53BE7A38C}" type="presParOf" srcId="{05560077-D178-4A61-9FF4-418EA6006373}" destId="{FB804A57-FFF9-4480-BB6E-7CB08795F2A5}" srcOrd="0" destOrd="0" presId="urn:microsoft.com/office/officeart/2008/layout/LinedList"/>
    <dgm:cxn modelId="{148B4ADB-908D-4BDB-8626-DD715A697806}" type="presParOf" srcId="{05560077-D178-4A61-9FF4-418EA6006373}" destId="{3C47EBA6-BD19-494A-95E0-EAC98B189F8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973F0D-74E2-4122-842E-D80F9A4D41DB}">
      <dsp:nvSpPr>
        <dsp:cNvPr id="0" name=""/>
        <dsp:cNvSpPr/>
      </dsp:nvSpPr>
      <dsp:spPr>
        <a:xfrm>
          <a:off x="0" y="44241"/>
          <a:ext cx="9601196" cy="421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Eine Frau </a:t>
          </a:r>
          <a:r>
            <a:rPr lang="en-GB" sz="1800" kern="1200" dirty="0" err="1"/>
            <a:t>schaute</a:t>
          </a:r>
          <a:r>
            <a:rPr lang="en-GB" sz="1800" kern="1200" dirty="0"/>
            <a:t> auf Kinder, die in den Park </a:t>
          </a:r>
          <a:r>
            <a:rPr lang="en-GB" sz="1800" kern="1200" dirty="0" err="1"/>
            <a:t>spielen</a:t>
          </a:r>
          <a:endParaRPr lang="en-US" sz="1800" kern="1200" dirty="0"/>
        </a:p>
      </dsp:txBody>
      <dsp:txXfrm>
        <a:off x="20561" y="64802"/>
        <a:ext cx="9560074" cy="380078"/>
      </dsp:txXfrm>
    </dsp:sp>
    <dsp:sp modelId="{F786B94F-FBBB-42CB-A344-AC4F0267964C}">
      <dsp:nvSpPr>
        <dsp:cNvPr id="0" name=""/>
        <dsp:cNvSpPr/>
      </dsp:nvSpPr>
      <dsp:spPr>
        <a:xfrm>
          <a:off x="0" y="517281"/>
          <a:ext cx="9601196" cy="4212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Sie </a:t>
          </a:r>
          <a:r>
            <a:rPr lang="en-GB" sz="1800" kern="1200" dirty="0" err="1"/>
            <a:t>ist</a:t>
          </a:r>
          <a:r>
            <a:rPr lang="en-GB" sz="1800" kern="1200" dirty="0"/>
            <a:t> </a:t>
          </a:r>
          <a:r>
            <a:rPr lang="en-GB" sz="1800" kern="1200" dirty="0" err="1"/>
            <a:t>verheiratet</a:t>
          </a:r>
          <a:r>
            <a:rPr lang="en-GB" sz="1800" kern="1200" dirty="0"/>
            <a:t> und hat Kinder</a:t>
          </a:r>
          <a:endParaRPr lang="en-US" sz="1800" kern="1200" dirty="0"/>
        </a:p>
      </dsp:txBody>
      <dsp:txXfrm>
        <a:off x="20561" y="537842"/>
        <a:ext cx="9560074" cy="380078"/>
      </dsp:txXfrm>
    </dsp:sp>
    <dsp:sp modelId="{8B1CFE88-9563-4D9C-B640-8DD303A19ECD}">
      <dsp:nvSpPr>
        <dsp:cNvPr id="0" name=""/>
        <dsp:cNvSpPr/>
      </dsp:nvSpPr>
      <dsp:spPr>
        <a:xfrm>
          <a:off x="0" y="990321"/>
          <a:ext cx="9601196" cy="4212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/>
            <a:t>Eines</a:t>
          </a:r>
          <a:r>
            <a:rPr lang="en-GB" sz="1800" kern="1200" dirty="0"/>
            <a:t> Tages </a:t>
          </a:r>
          <a:r>
            <a:rPr lang="en-GB" sz="1800" kern="1200" dirty="0" err="1"/>
            <a:t>fühlte</a:t>
          </a:r>
          <a:r>
            <a:rPr lang="en-GB" sz="1800" kern="1200" dirty="0"/>
            <a:t> </a:t>
          </a:r>
          <a:r>
            <a:rPr lang="en-GB" sz="1800" kern="1200" dirty="0" err="1"/>
            <a:t>sie</a:t>
          </a:r>
          <a:r>
            <a:rPr lang="en-GB" sz="1800" kern="1200" dirty="0"/>
            <a:t> </a:t>
          </a:r>
          <a:r>
            <a:rPr lang="en-GB" sz="1800" kern="1200" dirty="0" err="1"/>
            <a:t>sich</a:t>
          </a:r>
          <a:r>
            <a:rPr lang="en-GB" sz="1800" kern="1200" dirty="0"/>
            <a:t> </a:t>
          </a:r>
          <a:r>
            <a:rPr lang="en-GB" sz="1800" kern="1200" dirty="0" err="1"/>
            <a:t>plötzlich</a:t>
          </a:r>
          <a:r>
            <a:rPr lang="en-GB" sz="1800" kern="1200" dirty="0"/>
            <a:t> </a:t>
          </a:r>
          <a:r>
            <a:rPr lang="en-GB" sz="1800" kern="1200" dirty="0" err="1"/>
            <a:t>ängstlich</a:t>
          </a:r>
          <a:r>
            <a:rPr lang="en-GB" sz="1800" kern="1200" dirty="0"/>
            <a:t> und </a:t>
          </a:r>
          <a:r>
            <a:rPr lang="en-GB" sz="1800" kern="1200" dirty="0" err="1"/>
            <a:t>nie</a:t>
          </a:r>
          <a:r>
            <a:rPr lang="en-GB" sz="1800" kern="1200" dirty="0"/>
            <a:t> </a:t>
          </a:r>
          <a:r>
            <a:rPr lang="en-GB" sz="1800" kern="1200" dirty="0" err="1"/>
            <a:t>wieder</a:t>
          </a:r>
          <a:r>
            <a:rPr lang="en-GB" sz="1800" kern="1200" dirty="0"/>
            <a:t> </a:t>
          </a:r>
          <a:r>
            <a:rPr lang="en-GB" sz="1800" kern="1200" dirty="0" err="1"/>
            <a:t>fühlte</a:t>
          </a:r>
          <a:r>
            <a:rPr lang="en-GB" sz="1800" kern="1200" dirty="0"/>
            <a:t> </a:t>
          </a:r>
          <a:r>
            <a:rPr lang="en-GB" sz="1800" kern="1200" dirty="0" err="1"/>
            <a:t>sie</a:t>
          </a:r>
          <a:r>
            <a:rPr lang="en-GB" sz="1800" kern="1200" dirty="0"/>
            <a:t> </a:t>
          </a:r>
          <a:r>
            <a:rPr lang="en-GB" sz="1800" kern="1200" dirty="0" err="1"/>
            <a:t>sich</a:t>
          </a:r>
          <a:r>
            <a:rPr lang="en-GB" sz="1800" kern="1200" dirty="0"/>
            <a:t> </a:t>
          </a:r>
          <a:r>
            <a:rPr lang="en-GB" sz="1800" kern="1200" dirty="0" err="1"/>
            <a:t>wohl</a:t>
          </a:r>
          <a:r>
            <a:rPr lang="en-GB" sz="1800" kern="1200" dirty="0"/>
            <a:t> in </a:t>
          </a:r>
          <a:r>
            <a:rPr lang="en-GB" sz="1800" kern="1200" dirty="0" err="1"/>
            <a:t>eigener</a:t>
          </a:r>
          <a:r>
            <a:rPr lang="en-GB" sz="1800" kern="1200" dirty="0"/>
            <a:t> Haut</a:t>
          </a:r>
          <a:endParaRPr lang="en-US" sz="1800" kern="1200" dirty="0"/>
        </a:p>
      </dsp:txBody>
      <dsp:txXfrm>
        <a:off x="20561" y="1010882"/>
        <a:ext cx="9560074" cy="380078"/>
      </dsp:txXfrm>
    </dsp:sp>
    <dsp:sp modelId="{42FCA9BB-F87D-43F2-A672-DF2317E4CF04}">
      <dsp:nvSpPr>
        <dsp:cNvPr id="0" name=""/>
        <dsp:cNvSpPr/>
      </dsp:nvSpPr>
      <dsp:spPr>
        <a:xfrm>
          <a:off x="0" y="1463361"/>
          <a:ext cx="9601196" cy="4212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2 Jahren </a:t>
          </a:r>
          <a:r>
            <a:rPr lang="en-GB" sz="1800" kern="1200" dirty="0" err="1"/>
            <a:t>später</a:t>
          </a:r>
          <a:r>
            <a:rPr lang="en-GB" sz="1800" kern="1200" dirty="0"/>
            <a:t> hat </a:t>
          </a:r>
          <a:r>
            <a:rPr lang="en-GB" sz="1800" kern="1200" dirty="0" err="1"/>
            <a:t>sie</a:t>
          </a:r>
          <a:r>
            <a:rPr lang="en-GB" sz="1800" kern="1200" dirty="0"/>
            <a:t> </a:t>
          </a:r>
          <a:r>
            <a:rPr lang="en-GB" sz="1800" kern="1200" dirty="0" err="1"/>
            <a:t>Strümpfe</a:t>
          </a:r>
          <a:r>
            <a:rPr lang="en-GB" sz="1800" kern="1200" dirty="0"/>
            <a:t> </a:t>
          </a:r>
          <a:r>
            <a:rPr lang="en-GB" sz="1800" kern="1200" dirty="0" err="1"/>
            <a:t>gestohlen</a:t>
          </a:r>
          <a:endParaRPr lang="en-US" sz="1800" kern="1200" dirty="0"/>
        </a:p>
      </dsp:txBody>
      <dsp:txXfrm>
        <a:off x="20561" y="1483922"/>
        <a:ext cx="9560074" cy="380078"/>
      </dsp:txXfrm>
    </dsp:sp>
    <dsp:sp modelId="{2818169B-45C6-44BA-A830-53AAA3B93109}">
      <dsp:nvSpPr>
        <dsp:cNvPr id="0" name=""/>
        <dsp:cNvSpPr/>
      </dsp:nvSpPr>
      <dsp:spPr>
        <a:xfrm>
          <a:off x="0" y="1936401"/>
          <a:ext cx="9601196" cy="4212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Sie hat </a:t>
          </a:r>
          <a:r>
            <a:rPr lang="en-GB" sz="1800" kern="1200" dirty="0" err="1"/>
            <a:t>wieder</a:t>
          </a:r>
          <a:r>
            <a:rPr lang="en-GB" sz="1800" kern="1200" dirty="0"/>
            <a:t> </a:t>
          </a:r>
          <a:r>
            <a:rPr lang="en-GB" sz="1800" kern="1200" dirty="0" err="1"/>
            <a:t>gestohlen</a:t>
          </a:r>
          <a:r>
            <a:rPr lang="en-GB" sz="1800" kern="1200" dirty="0"/>
            <a:t>, </a:t>
          </a:r>
          <a:r>
            <a:rPr lang="en-GB" sz="1800" kern="1200" dirty="0" err="1"/>
            <a:t>nur</a:t>
          </a:r>
          <a:r>
            <a:rPr lang="en-GB" sz="1800" kern="1200" dirty="0"/>
            <a:t> um </a:t>
          </a:r>
          <a:r>
            <a:rPr lang="en-GB" sz="1800" kern="1200" dirty="0" err="1"/>
            <a:t>etwas</a:t>
          </a:r>
          <a:r>
            <a:rPr lang="en-GB" sz="1800" kern="1200" dirty="0"/>
            <a:t> </a:t>
          </a:r>
          <a:r>
            <a:rPr lang="en-GB" sz="1800" kern="1200" dirty="0" err="1"/>
            <a:t>zu</a:t>
          </a:r>
          <a:r>
            <a:rPr lang="en-GB" sz="1800" kern="1200" dirty="0"/>
            <a:t> </a:t>
          </a:r>
          <a:r>
            <a:rPr lang="en-GB" sz="1800" kern="1200" dirty="0" err="1"/>
            <a:t>spüren</a:t>
          </a:r>
          <a:endParaRPr lang="en-US" sz="1800" kern="1200" dirty="0"/>
        </a:p>
      </dsp:txBody>
      <dsp:txXfrm>
        <a:off x="20561" y="1956962"/>
        <a:ext cx="9560074" cy="380078"/>
      </dsp:txXfrm>
    </dsp:sp>
    <dsp:sp modelId="{ED670DC2-002E-4B01-A4C0-A7AB535097A7}">
      <dsp:nvSpPr>
        <dsp:cNvPr id="0" name=""/>
        <dsp:cNvSpPr/>
      </dsp:nvSpPr>
      <dsp:spPr>
        <a:xfrm>
          <a:off x="0" y="2409441"/>
          <a:ext cx="9601196" cy="421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/>
            <a:t>Endlich</a:t>
          </a:r>
          <a:r>
            <a:rPr lang="en-GB" sz="1800" kern="1200" dirty="0"/>
            <a:t> </a:t>
          </a:r>
          <a:r>
            <a:rPr lang="en-GB" sz="1800" kern="1200" dirty="0" err="1"/>
            <a:t>wurde</a:t>
          </a:r>
          <a:r>
            <a:rPr lang="en-GB" sz="1800" kern="1200" dirty="0"/>
            <a:t> </a:t>
          </a:r>
          <a:r>
            <a:rPr lang="en-GB" sz="1800" kern="1200" dirty="0" err="1"/>
            <a:t>sie</a:t>
          </a:r>
          <a:r>
            <a:rPr lang="en-GB" sz="1800" kern="1200" dirty="0"/>
            <a:t> von der </a:t>
          </a:r>
          <a:r>
            <a:rPr lang="en-GB" sz="1800" kern="1200" dirty="0" err="1"/>
            <a:t>Polizei</a:t>
          </a:r>
          <a:r>
            <a:rPr lang="en-GB" sz="1800" kern="1200" dirty="0"/>
            <a:t> </a:t>
          </a:r>
          <a:r>
            <a:rPr lang="en-GB" sz="1800" kern="1200" dirty="0" err="1"/>
            <a:t>gefangen</a:t>
          </a:r>
          <a:endParaRPr lang="en-US" sz="1800" kern="1200" dirty="0"/>
        </a:p>
      </dsp:txBody>
      <dsp:txXfrm>
        <a:off x="20561" y="2430002"/>
        <a:ext cx="9560074" cy="3800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840621-0341-4C96-8E61-7DD6D8DF1AE0}">
      <dsp:nvSpPr>
        <dsp:cNvPr id="0" name=""/>
        <dsp:cNvSpPr/>
      </dsp:nvSpPr>
      <dsp:spPr>
        <a:xfrm>
          <a:off x="271908" y="121"/>
          <a:ext cx="3881733" cy="24649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B7910D-55C3-4D41-92E4-B91C022EB423}">
      <dsp:nvSpPr>
        <dsp:cNvPr id="0" name=""/>
        <dsp:cNvSpPr/>
      </dsp:nvSpPr>
      <dsp:spPr>
        <a:xfrm>
          <a:off x="703212" y="409860"/>
          <a:ext cx="3881733" cy="24649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900" kern="1200" dirty="0"/>
            <a:t>Angst: Eines Abends wurde es schwierig zu Atmen</a:t>
          </a:r>
          <a:endParaRPr lang="en-US" sz="3900" kern="1200" dirty="0"/>
        </a:p>
      </dsp:txBody>
      <dsp:txXfrm>
        <a:off x="775406" y="482054"/>
        <a:ext cx="3737345" cy="2320513"/>
      </dsp:txXfrm>
    </dsp:sp>
    <dsp:sp modelId="{6CDF68A4-D39E-48AD-9307-E33C0CB22FD4}">
      <dsp:nvSpPr>
        <dsp:cNvPr id="0" name=""/>
        <dsp:cNvSpPr/>
      </dsp:nvSpPr>
      <dsp:spPr>
        <a:xfrm>
          <a:off x="5016250" y="121"/>
          <a:ext cx="3881733" cy="24649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99530C-D57E-4363-9311-0BCA72562814}">
      <dsp:nvSpPr>
        <dsp:cNvPr id="0" name=""/>
        <dsp:cNvSpPr/>
      </dsp:nvSpPr>
      <dsp:spPr>
        <a:xfrm>
          <a:off x="5447554" y="409860"/>
          <a:ext cx="3881733" cy="24649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900" kern="1200" dirty="0"/>
            <a:t>Depression: Sie ist zu ein „Hülle“(</a:t>
          </a:r>
          <a:r>
            <a:rPr lang="de-DE" sz="3900" kern="1200" dirty="0" err="1"/>
            <a:t>seite</a:t>
          </a:r>
          <a:r>
            <a:rPr lang="de-DE" sz="3900" kern="1200" dirty="0"/>
            <a:t> 101) geworden</a:t>
          </a:r>
          <a:endParaRPr lang="en-US" sz="3900" kern="1200" dirty="0"/>
        </a:p>
      </dsp:txBody>
      <dsp:txXfrm>
        <a:off x="5519748" y="482054"/>
        <a:ext cx="3737345" cy="23205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E1518-E527-4735-A54D-1BFC816E78AB}">
      <dsp:nvSpPr>
        <dsp:cNvPr id="0" name=""/>
        <dsp:cNvSpPr/>
      </dsp:nvSpPr>
      <dsp:spPr>
        <a:xfrm>
          <a:off x="0" y="1457"/>
          <a:ext cx="960119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CD06E6-D313-46E6-B72F-DB5E683843AD}">
      <dsp:nvSpPr>
        <dsp:cNvPr id="0" name=""/>
        <dsp:cNvSpPr/>
      </dsp:nvSpPr>
      <dsp:spPr>
        <a:xfrm>
          <a:off x="0" y="1457"/>
          <a:ext cx="9601196" cy="994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/>
            <a:t>Echt seriös</a:t>
          </a:r>
          <a:endParaRPr lang="en-US" sz="4800" kern="1200"/>
        </a:p>
      </dsp:txBody>
      <dsp:txXfrm>
        <a:off x="0" y="1457"/>
        <a:ext cx="9601196" cy="994253"/>
      </dsp:txXfrm>
    </dsp:sp>
    <dsp:sp modelId="{A9A57DC2-0CF6-4C9C-9600-2B58D96DE377}">
      <dsp:nvSpPr>
        <dsp:cNvPr id="0" name=""/>
        <dsp:cNvSpPr/>
      </dsp:nvSpPr>
      <dsp:spPr>
        <a:xfrm>
          <a:off x="0" y="995710"/>
          <a:ext cx="960119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27418F-6405-4C25-B1C5-BEF0DF37CCE4}">
      <dsp:nvSpPr>
        <dsp:cNvPr id="0" name=""/>
        <dsp:cNvSpPr/>
      </dsp:nvSpPr>
      <dsp:spPr>
        <a:xfrm>
          <a:off x="0" y="995710"/>
          <a:ext cx="9601196" cy="994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/>
            <a:t>Informativ</a:t>
          </a:r>
          <a:endParaRPr lang="en-US" sz="4800" kern="1200"/>
        </a:p>
      </dsp:txBody>
      <dsp:txXfrm>
        <a:off x="0" y="995710"/>
        <a:ext cx="9601196" cy="994253"/>
      </dsp:txXfrm>
    </dsp:sp>
    <dsp:sp modelId="{24DEFB37-5F7D-48E6-BBC1-666B0FA08DE4}">
      <dsp:nvSpPr>
        <dsp:cNvPr id="0" name=""/>
        <dsp:cNvSpPr/>
      </dsp:nvSpPr>
      <dsp:spPr>
        <a:xfrm>
          <a:off x="0" y="1989964"/>
          <a:ext cx="9601196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804A57-FFF9-4480-BB6E-7CB08795F2A5}">
      <dsp:nvSpPr>
        <dsp:cNvPr id="0" name=""/>
        <dsp:cNvSpPr/>
      </dsp:nvSpPr>
      <dsp:spPr>
        <a:xfrm>
          <a:off x="0" y="1989964"/>
          <a:ext cx="9601196" cy="9942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/>
            <a:t>Brüsk</a:t>
          </a:r>
          <a:endParaRPr lang="en-US" sz="4800" kern="1200"/>
        </a:p>
      </dsp:txBody>
      <dsp:txXfrm>
        <a:off x="0" y="1989964"/>
        <a:ext cx="9601196" cy="9942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3773D-5901-4318-A14C-378DB3A12036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DA14FC-9524-4407-ABC1-C15BFFE435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8327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DA14FC-9524-4407-ABC1-C15BFFE435E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946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664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7912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640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297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701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316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193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35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13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741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124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727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385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467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998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3482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153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1AB8E1D-F7F9-457C-A5B2-78D83BD72745}" type="datetimeFigureOut">
              <a:rPr lang="en-GB" smtClean="0"/>
              <a:t>08/05/2024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6855604-11B5-4195-A80D-557C04BD8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450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4.png"/><Relationship Id="rId9" Type="http://schemas.microsoft.com/office/2007/relationships/diagramDrawing" Target="../diagrams/drawing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lder person looking out a window&#10;&#10;Description automatically generated">
            <a:extLst>
              <a:ext uri="{FF2B5EF4-FFF2-40B4-BE49-F238E27FC236}">
                <a16:creationId xmlns:a16="http://schemas.microsoft.com/office/drawing/2014/main" id="{0021E884-176A-1B09-188C-25F7D4A74C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54" b="5976"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9A5C9C-3DAA-12F2-ED86-DEFBFCD5D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5452529" cy="3569242"/>
          </a:xfrm>
          <a:noFill/>
        </p:spPr>
        <p:txBody>
          <a:bodyPr anchor="t">
            <a:normAutofit fontScale="90000"/>
          </a:bodyPr>
          <a:lstStyle/>
          <a:p>
            <a:r>
              <a:rPr lang="de-DE" sz="3600" dirty="0">
                <a:solidFill>
                  <a:srgbClr val="FFFFFF"/>
                </a:solidFill>
                <a:latin typeface="High Tower Text" panose="02040502050506030303" pitchFamily="18" charset="0"/>
              </a:rPr>
              <a:t>„Verlangen“</a:t>
            </a:r>
            <a:br>
              <a:rPr lang="de-DE" sz="3600" dirty="0">
                <a:solidFill>
                  <a:srgbClr val="FFFFFF"/>
                </a:solidFill>
                <a:latin typeface="High Tower Text" panose="02040502050506030303" pitchFamily="18" charset="0"/>
              </a:rPr>
            </a:br>
            <a:br>
              <a:rPr lang="de-DE" sz="3600" dirty="0">
                <a:solidFill>
                  <a:srgbClr val="FFFFFF"/>
                </a:solidFill>
                <a:latin typeface="High Tower Text" panose="02040502050506030303" pitchFamily="18" charset="0"/>
              </a:rPr>
            </a:br>
            <a:br>
              <a:rPr lang="de-DE" sz="3600" dirty="0">
                <a:solidFill>
                  <a:srgbClr val="FFFFFF"/>
                </a:solidFill>
                <a:latin typeface="High Tower Text" panose="02040502050506030303" pitchFamily="18" charset="0"/>
              </a:rPr>
            </a:br>
            <a:br>
              <a:rPr lang="de-DE" sz="3600" dirty="0">
                <a:solidFill>
                  <a:srgbClr val="FFFFFF"/>
                </a:solidFill>
                <a:latin typeface="High Tower Text" panose="02040502050506030303" pitchFamily="18" charset="0"/>
              </a:rPr>
            </a:br>
            <a:br>
              <a:rPr lang="de-DE" sz="3600" dirty="0">
                <a:solidFill>
                  <a:srgbClr val="FFFFFF"/>
                </a:solidFill>
                <a:latin typeface="High Tower Text" panose="02040502050506030303" pitchFamily="18" charset="0"/>
              </a:rPr>
            </a:br>
            <a:br>
              <a:rPr lang="de-DE" sz="3600" dirty="0">
                <a:solidFill>
                  <a:srgbClr val="FFFFFF"/>
                </a:solidFill>
                <a:latin typeface="High Tower Text" panose="02040502050506030303" pitchFamily="18" charset="0"/>
              </a:rPr>
            </a:br>
            <a:br>
              <a:rPr lang="de-DE" sz="3600" dirty="0">
                <a:solidFill>
                  <a:srgbClr val="FFFFFF"/>
                </a:solidFill>
                <a:latin typeface="High Tower Text" panose="02040502050506030303" pitchFamily="18" charset="0"/>
              </a:rPr>
            </a:br>
            <a:r>
              <a:rPr lang="de-DE" sz="1800" dirty="0" err="1">
                <a:solidFill>
                  <a:srgbClr val="FFFFFF"/>
                </a:solidFill>
                <a:latin typeface="High Tower Text" panose="02040502050506030303" pitchFamily="18" charset="0"/>
              </a:rPr>
              <a:t>Ferdidand</a:t>
            </a:r>
            <a:r>
              <a:rPr lang="de-DE" sz="1800" dirty="0">
                <a:solidFill>
                  <a:srgbClr val="FFFFFF"/>
                </a:solidFill>
                <a:latin typeface="High Tower Text" panose="02040502050506030303" pitchFamily="18" charset="0"/>
              </a:rPr>
              <a:t> von </a:t>
            </a:r>
            <a:r>
              <a:rPr lang="de-DE" sz="1800" dirty="0" err="1">
                <a:solidFill>
                  <a:srgbClr val="FFFFFF"/>
                </a:solidFill>
                <a:latin typeface="High Tower Text" panose="02040502050506030303" pitchFamily="18" charset="0"/>
              </a:rPr>
              <a:t>Shirach</a:t>
            </a:r>
            <a:endParaRPr lang="de-DE" sz="3600" dirty="0">
              <a:solidFill>
                <a:srgbClr val="FFFFFF"/>
              </a:solidFill>
              <a:latin typeface="High Tower Text" panose="0204050205050603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A9E6E1-7954-9B35-3F11-F196D663E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4551037"/>
            <a:ext cx="5449479" cy="1578054"/>
          </a:xfrm>
        </p:spPr>
        <p:txBody>
          <a:bodyPr anchor="b">
            <a:normAutofit/>
          </a:bodyPr>
          <a:lstStyle/>
          <a:p>
            <a:pPr algn="l"/>
            <a:r>
              <a:rPr lang="en-GB" dirty="0">
                <a:solidFill>
                  <a:schemeClr val="tx2">
                    <a:lumMod val="50000"/>
                    <a:lumOff val="50000"/>
                  </a:schemeClr>
                </a:solidFill>
              </a:rPr>
              <a:t>Quin Barnard, Bianca </a:t>
            </a:r>
            <a:r>
              <a:rPr lang="en-GB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Weiß</a:t>
            </a:r>
            <a:r>
              <a:rPr lang="en-GB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br>
              <a:rPr lang="en-GB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r>
              <a:rPr lang="en-GB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Catrien</a:t>
            </a:r>
            <a:r>
              <a:rPr lang="en-GB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Müller</a:t>
            </a:r>
          </a:p>
        </p:txBody>
      </p:sp>
    </p:spTree>
    <p:extLst>
      <p:ext uri="{BB962C8B-B14F-4D97-AF65-F5344CB8AC3E}">
        <p14:creationId xmlns:p14="http://schemas.microsoft.com/office/powerpoint/2010/main" val="97002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388AD-FBD0-17C3-5816-5E5D748E8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262626"/>
                </a:solidFill>
              </a:rPr>
              <a:t>Zusammenfassung der Geschichte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E256E2E7-C91E-2139-3ADA-0EB9E6D2E1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9440262"/>
              </p:ext>
            </p:extLst>
          </p:nvPr>
        </p:nvGraphicFramePr>
        <p:xfrm>
          <a:off x="1295400" y="2772384"/>
          <a:ext cx="96011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947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E61F402-3445-458A-9A2B-D28FD2883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673C096-95AE-4644-B76C-1DF1B667D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7A91835-418B-4867-87D7-1376A57F3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5B511A1-E0EC-49FE-8068-9DA29CD0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A61BC5F-ADA4-4DBA-9C6B-E17E0B82E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CE6F7D2-ACED-47D2-BEFD-FB26F7537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6E6064-8055-CB93-C9C7-5EF2D344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3660056" cy="1325373"/>
          </a:xfrm>
        </p:spPr>
        <p:txBody>
          <a:bodyPr anchor="b">
            <a:normAutofit/>
          </a:bodyPr>
          <a:lstStyle/>
          <a:p>
            <a:r>
              <a:rPr lang="en-GB" sz="2800" dirty="0">
                <a:solidFill>
                  <a:srgbClr val="262626"/>
                </a:solidFill>
              </a:rPr>
              <a:t>Ferdinand von </a:t>
            </a:r>
            <a:r>
              <a:rPr lang="en-GB" sz="2800" dirty="0" err="1">
                <a:solidFill>
                  <a:srgbClr val="262626"/>
                </a:solidFill>
              </a:rPr>
              <a:t>Schirach</a:t>
            </a:r>
            <a:endParaRPr lang="en-GB" sz="2800" dirty="0">
              <a:solidFill>
                <a:srgbClr val="262626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BE880E9-2B86-4CDB-B5B7-308745CDD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1" y="2400639"/>
            <a:ext cx="3660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2027E23-7C84-2E1D-8579-D9500A0B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93774"/>
            <a:ext cx="3660057" cy="3382094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262626"/>
                </a:solidFill>
              </a:rPr>
              <a:t>Ist an</a:t>
            </a:r>
            <a:r>
              <a:rPr lang="en-US" dirty="0">
                <a:solidFill>
                  <a:srgbClr val="262626"/>
                </a:solidFill>
              </a:rPr>
              <a:t> dem 12. Mai 1964 in München </a:t>
            </a:r>
            <a:r>
              <a:rPr lang="de-DE" dirty="0">
                <a:solidFill>
                  <a:srgbClr val="262626"/>
                </a:solidFill>
              </a:rPr>
              <a:t>geboren</a:t>
            </a:r>
          </a:p>
          <a:p>
            <a:r>
              <a:rPr lang="de-DE" dirty="0">
                <a:solidFill>
                  <a:srgbClr val="262626"/>
                </a:solidFill>
              </a:rPr>
              <a:t>Ist Advokat</a:t>
            </a:r>
          </a:p>
          <a:p>
            <a:r>
              <a:rPr lang="de-DE" dirty="0">
                <a:solidFill>
                  <a:srgbClr val="262626"/>
                </a:solidFill>
              </a:rPr>
              <a:t>Hattet als Advokat sehr wichtige Kunden</a:t>
            </a:r>
          </a:p>
          <a:p>
            <a:r>
              <a:rPr lang="de-DE" dirty="0">
                <a:solidFill>
                  <a:srgbClr val="262626"/>
                </a:solidFill>
              </a:rPr>
              <a:t>Hat erst mit 45 angefangen schreiben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3CFA2A-5F61-E2CC-F36C-20490B372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8668" y="2047958"/>
            <a:ext cx="5469466" cy="2762080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799158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6" name="Rectangle 1045">
            <a:extLst>
              <a:ext uri="{FF2B5EF4-FFF2-40B4-BE49-F238E27FC236}">
                <a16:creationId xmlns:a16="http://schemas.microsoft.com/office/drawing/2014/main" id="{0B78BE18-6882-4FAA-BC8C-CA216E963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1A34F12D-8C0F-46CA-9F4A-D56193C37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88137"/>
            <a:ext cx="11227442" cy="5883295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14300" dist="127000" dir="48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pic>
        <p:nvPicPr>
          <p:cNvPr id="1026" name="Picture 2" descr="Oliver Rathkolb im Interview: Von Schirach und die Österreich-Identität -  news.ORF.at">
            <a:extLst>
              <a:ext uri="{FF2B5EF4-FFF2-40B4-BE49-F238E27FC236}">
                <a16:creationId xmlns:a16="http://schemas.microsoft.com/office/drawing/2014/main" id="{B4D97FCE-A282-DEF8-7DD2-7E69B9E045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1498"/>
          <a:stretch/>
        </p:blipFill>
        <p:spPr bwMode="auto">
          <a:xfrm>
            <a:off x="486138" y="486568"/>
            <a:ext cx="11227442" cy="5883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8" name="Rectangle 1047">
            <a:extLst>
              <a:ext uri="{FF2B5EF4-FFF2-40B4-BE49-F238E27FC236}">
                <a16:creationId xmlns:a16="http://schemas.microsoft.com/office/drawing/2014/main" id="{F3838012-22B6-4303-8F29-04E1419B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D0D30-F098-108B-DF16-F1C7BB24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Baldur von </a:t>
            </a:r>
            <a:r>
              <a:rPr lang="en-GB" dirty="0" err="1">
                <a:solidFill>
                  <a:schemeClr val="tx1"/>
                </a:solidFill>
              </a:rPr>
              <a:t>Schirach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AB061FF5-9F81-427C-8DA5-398939551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2351" y="2421466"/>
            <a:ext cx="9407298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F03F5A17-2CE9-4ADD-9FAF-C1A0BB39C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8288" y="3128956"/>
            <a:ext cx="12234672" cy="658368"/>
            <a:chOff x="-18288" y="3128956"/>
            <a:chExt cx="12234672" cy="658368"/>
          </a:xfrm>
        </p:grpSpPr>
        <p:sp useBgFill="1">
          <p:nvSpPr>
            <p:cNvPr id="1042" name="Rounded Rectangle 20">
              <a:extLst>
                <a:ext uri="{FF2B5EF4-FFF2-40B4-BE49-F238E27FC236}">
                  <a16:creationId xmlns:a16="http://schemas.microsoft.com/office/drawing/2014/main" id="{4A88F887-B43E-4CD1-BCE2-739013C68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1050" name="Picture 1049">
              <a:extLst>
                <a:ext uri="{FF2B5EF4-FFF2-40B4-BE49-F238E27FC236}">
                  <a16:creationId xmlns:a16="http://schemas.microsoft.com/office/drawing/2014/main" id="{2C9D3412-AB4A-4E20-9A79-B2C80D198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1044" name="Rounded Rectangle 22">
              <a:extLst>
                <a:ext uri="{FF2B5EF4-FFF2-40B4-BE49-F238E27FC236}">
                  <a16:creationId xmlns:a16="http://schemas.microsoft.com/office/drawing/2014/main" id="{A1D7D010-E182-46E6-9264-B39552853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1045" name="Picture 1044">
              <a:extLst>
                <a:ext uri="{FF2B5EF4-FFF2-40B4-BE49-F238E27FC236}">
                  <a16:creationId xmlns:a16="http://schemas.microsoft.com/office/drawing/2014/main" id="{F4783A7B-2E08-42E4-87EC-EE59B873D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sp>
        <p:nvSpPr>
          <p:cNvPr id="1051" name="Content Placeholder 1029">
            <a:extLst>
              <a:ext uri="{FF2B5EF4-FFF2-40B4-BE49-F238E27FC236}">
                <a16:creationId xmlns:a16="http://schemas.microsoft.com/office/drawing/2014/main" id="{D62683DA-23C6-F31F-6D91-FF52B6BDE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Ferdinand’s </a:t>
            </a:r>
            <a:r>
              <a:rPr lang="en-US" dirty="0" err="1">
                <a:solidFill>
                  <a:schemeClr val="tx1"/>
                </a:solidFill>
              </a:rPr>
              <a:t>Großvater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Reichsjugendführer</a:t>
            </a:r>
            <a:r>
              <a:rPr lang="en-US" dirty="0">
                <a:solidFill>
                  <a:schemeClr val="tx1"/>
                </a:solidFill>
              </a:rPr>
              <a:t> der </a:t>
            </a:r>
            <a:r>
              <a:rPr lang="en-US" dirty="0" err="1">
                <a:solidFill>
                  <a:schemeClr val="tx1"/>
                </a:solidFill>
              </a:rPr>
              <a:t>Hitlerjugend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Teil der NSDAP </a:t>
            </a:r>
            <a:r>
              <a:rPr lang="en-US" dirty="0" err="1">
                <a:solidFill>
                  <a:schemeClr val="tx1"/>
                </a:solidFill>
              </a:rPr>
              <a:t>mit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nur</a:t>
            </a:r>
            <a:r>
              <a:rPr lang="en-US" dirty="0">
                <a:solidFill>
                  <a:schemeClr val="tx1"/>
                </a:solidFill>
              </a:rPr>
              <a:t> 18 Jahren</a:t>
            </a:r>
          </a:p>
          <a:p>
            <a:r>
              <a:rPr lang="en-US" dirty="0">
                <a:solidFill>
                  <a:schemeClr val="tx1"/>
                </a:solidFill>
              </a:rPr>
              <a:t>War </a:t>
            </a:r>
            <a:r>
              <a:rPr lang="en-US" dirty="0" err="1">
                <a:solidFill>
                  <a:schemeClr val="tx1"/>
                </a:solidFill>
              </a:rPr>
              <a:t>auch</a:t>
            </a:r>
            <a:r>
              <a:rPr lang="en-US" dirty="0">
                <a:solidFill>
                  <a:schemeClr val="tx1"/>
                </a:solidFill>
              </a:rPr>
              <a:t> Dichter</a:t>
            </a:r>
          </a:p>
          <a:p>
            <a:r>
              <a:rPr lang="en-US" dirty="0">
                <a:solidFill>
                  <a:schemeClr val="tx1"/>
                </a:solidFill>
              </a:rPr>
              <a:t>Sein Sohn, </a:t>
            </a:r>
            <a:r>
              <a:rPr lang="en-US" dirty="0" err="1">
                <a:solidFill>
                  <a:schemeClr val="tx1"/>
                </a:solidFill>
              </a:rPr>
              <a:t>Ferdinands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Vater</a:t>
            </a:r>
            <a:r>
              <a:rPr lang="en-US" dirty="0">
                <a:solidFill>
                  <a:schemeClr val="tx1"/>
                </a:solidFill>
              </a:rPr>
              <a:t>, war </a:t>
            </a:r>
            <a:r>
              <a:rPr lang="en-US" dirty="0" err="1">
                <a:solidFill>
                  <a:schemeClr val="tx1"/>
                </a:solidFill>
              </a:rPr>
              <a:t>Forscher</a:t>
            </a:r>
            <a:r>
              <a:rPr lang="en-US" dirty="0">
                <a:solidFill>
                  <a:schemeClr val="tx1"/>
                </a:solidFill>
              </a:rPr>
              <a:t> der </a:t>
            </a:r>
            <a:r>
              <a:rPr lang="en-US" dirty="0" err="1">
                <a:solidFill>
                  <a:schemeClr val="tx1"/>
                </a:solidFill>
              </a:rPr>
              <a:t>Literatur</a:t>
            </a:r>
            <a:r>
              <a:rPr lang="en-US" dirty="0">
                <a:solidFill>
                  <a:schemeClr val="tx1"/>
                </a:solidFill>
              </a:rPr>
              <a:t> und </a:t>
            </a:r>
            <a:r>
              <a:rPr lang="en-US" dirty="0" err="1">
                <a:solidFill>
                  <a:schemeClr val="tx1"/>
                </a:solidFill>
              </a:rPr>
              <a:t>zugleich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auch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Schriftsteller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790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E0B6-64AF-0E5C-2E10-998BE15D1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262626"/>
                </a:solidFill>
              </a:rPr>
              <a:t>Die </a:t>
            </a:r>
            <a:r>
              <a:rPr lang="en-GB" dirty="0" err="1">
                <a:solidFill>
                  <a:srgbClr val="262626"/>
                </a:solidFill>
              </a:rPr>
              <a:t>Gefühlen</a:t>
            </a:r>
            <a:r>
              <a:rPr lang="en-GB" dirty="0">
                <a:solidFill>
                  <a:srgbClr val="262626"/>
                </a:solidFill>
              </a:rPr>
              <a:t> der Frau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E231D3-A64F-33EB-2B7B-5FC87AD545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6527506"/>
              </p:ext>
            </p:extLst>
          </p:nvPr>
        </p:nvGraphicFramePr>
        <p:xfrm>
          <a:off x="1295400" y="2772384"/>
          <a:ext cx="96011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44805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EB8E3BF-F464-4900-8994-851061A9A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Lupe vor klarem Hintergrund">
            <a:extLst>
              <a:ext uri="{FF2B5EF4-FFF2-40B4-BE49-F238E27FC236}">
                <a16:creationId xmlns:a16="http://schemas.microsoft.com/office/drawing/2014/main" id="{7C5679B6-CF93-0E5A-F252-3D7353E8FB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788538-51AB-2119-6A8A-DECDF7D86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Warum hat sie geklaut?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0602D6-3A81-42F8-AE67-1BAAFC967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2421466"/>
            <a:ext cx="9144000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F3CBF-1E04-54B7-FECA-AEF4044ED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Der </a:t>
            </a:r>
            <a:r>
              <a:rPr lang="en-GB" dirty="0" err="1">
                <a:solidFill>
                  <a:srgbClr val="FFFFFF"/>
                </a:solidFill>
              </a:rPr>
              <a:t>Zwang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zur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emotionelle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Befriedigung</a:t>
            </a:r>
            <a:endParaRPr lang="en-GB" dirty="0">
              <a:solidFill>
                <a:srgbClr val="FFFFFF"/>
              </a:solidFill>
            </a:endParaRPr>
          </a:p>
          <a:p>
            <a:r>
              <a:rPr lang="en-GB" dirty="0" err="1">
                <a:solidFill>
                  <a:srgbClr val="FFFFFF"/>
                </a:solidFill>
              </a:rPr>
              <a:t>Beim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Stehlen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fühlte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sie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sich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lebendig</a:t>
            </a:r>
            <a:endParaRPr lang="en-GB" dirty="0">
              <a:solidFill>
                <a:srgbClr val="FFFFFF"/>
              </a:solidFill>
            </a:endParaRPr>
          </a:p>
          <a:p>
            <a:r>
              <a:rPr lang="en-GB" dirty="0">
                <a:solidFill>
                  <a:srgbClr val="FFFFFF"/>
                </a:solidFill>
              </a:rPr>
              <a:t>WICHTIG: Es </a:t>
            </a:r>
            <a:r>
              <a:rPr lang="en-GB" dirty="0" err="1">
                <a:solidFill>
                  <a:srgbClr val="FFFFFF"/>
                </a:solidFill>
              </a:rPr>
              <a:t>geht</a:t>
            </a:r>
            <a:r>
              <a:rPr lang="en-GB" dirty="0">
                <a:solidFill>
                  <a:srgbClr val="FFFFFF"/>
                </a:solidFill>
              </a:rPr>
              <a:t> </a:t>
            </a:r>
            <a:r>
              <a:rPr lang="en-GB" dirty="0" err="1">
                <a:solidFill>
                  <a:srgbClr val="FFFFFF"/>
                </a:solidFill>
              </a:rPr>
              <a:t>nicht</a:t>
            </a:r>
            <a:r>
              <a:rPr lang="en-GB" dirty="0">
                <a:solidFill>
                  <a:srgbClr val="FFFFFF"/>
                </a:solidFill>
              </a:rPr>
              <a:t> um das </a:t>
            </a:r>
            <a:r>
              <a:rPr lang="en-GB" dirty="0" err="1">
                <a:solidFill>
                  <a:srgbClr val="FFFFFF"/>
                </a:solidFill>
              </a:rPr>
              <a:t>Haben</a:t>
            </a:r>
            <a:r>
              <a:rPr lang="en-GB" dirty="0">
                <a:solidFill>
                  <a:srgbClr val="FFFFFF"/>
                </a:solidFill>
              </a:rPr>
              <a:t>, </a:t>
            </a:r>
            <a:r>
              <a:rPr lang="en-GB" dirty="0" err="1">
                <a:solidFill>
                  <a:srgbClr val="FFFFFF"/>
                </a:solidFill>
              </a:rPr>
              <a:t>sondern</a:t>
            </a:r>
            <a:r>
              <a:rPr lang="en-GB" dirty="0">
                <a:solidFill>
                  <a:srgbClr val="FFFFFF"/>
                </a:solidFill>
              </a:rPr>
              <a:t> um die Tat </a:t>
            </a:r>
            <a:r>
              <a:rPr lang="en-GB" dirty="0" err="1">
                <a:solidFill>
                  <a:srgbClr val="FFFFFF"/>
                </a:solidFill>
              </a:rPr>
              <a:t>selbst</a:t>
            </a:r>
            <a:r>
              <a:rPr lang="en-GB" dirty="0">
                <a:solidFill>
                  <a:srgbClr val="FFFFFF"/>
                </a:solidFill>
              </a:rPr>
              <a:t>.</a:t>
            </a:r>
          </a:p>
          <a:p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141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EF6A6-FB92-AE00-7ABC-D3A2914C5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Perspektive</a:t>
            </a:r>
            <a:r>
              <a:rPr lang="en-GB" dirty="0"/>
              <a:t>: </a:t>
            </a:r>
            <a:r>
              <a:rPr lang="en-GB" dirty="0" err="1"/>
              <a:t>Anwalt</a:t>
            </a:r>
            <a:endParaRPr lang="en-GB" dirty="0"/>
          </a:p>
        </p:txBody>
      </p:sp>
      <p:pic>
        <p:nvPicPr>
          <p:cNvPr id="1026" name="Picture 2" descr="Best Bags To Wear With a Suit To Look Smart &amp; Professional - Von Baer">
            <a:extLst>
              <a:ext uri="{FF2B5EF4-FFF2-40B4-BE49-F238E27FC236}">
                <a16:creationId xmlns:a16="http://schemas.microsoft.com/office/drawing/2014/main" id="{0CA500A3-84E5-FEE9-ED43-FE4DA2D8F0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912" y="2557463"/>
            <a:ext cx="5972175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709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7DEDD00-5E71-418B-9C3C-9B71B0182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08AA894-60A7-4A09-919E-54EF7C3EC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680684-9D82-4E2B-9E9A-778390DA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28899EB-8201-46DC-A208-67136E6BA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8681DBB-DB5A-40DF-8333-C7E1C945B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B1C2D2-FBA4-0215-C183-D1CF505BF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262626"/>
                </a:solidFill>
              </a:rPr>
              <a:t>Der Ton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7887F4-BDF9-A5CC-A467-590301D071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0406394"/>
              </p:ext>
            </p:extLst>
          </p:nvPr>
        </p:nvGraphicFramePr>
        <p:xfrm>
          <a:off x="1295401" y="2675822"/>
          <a:ext cx="9601197" cy="2985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859062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C878D9A-77BE-4701-AE3D-EEFC53CD5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43BE08-0ED1-4B73-AC6D-B7E26A59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6B2094-7FC0-45FC-BFED-3CB88CEE6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38296E-70E2-F496-2A9D-C60FC4A9A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08" y="954756"/>
            <a:ext cx="2730414" cy="494600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Die Stimmung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A4B640-BB7F-4272-A710-068DBA9F9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9B10E-AA43-87C6-0F8C-2D30B4E53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934" y="469900"/>
            <a:ext cx="5953630" cy="5405968"/>
          </a:xfrm>
        </p:spPr>
        <p:txBody>
          <a:bodyPr anchor="ctr">
            <a:normAutofit/>
          </a:bodyPr>
          <a:lstStyle/>
          <a:p>
            <a:r>
              <a:rPr lang="en-GB" dirty="0" err="1"/>
              <a:t>Unbeteiligt</a:t>
            </a:r>
            <a:r>
              <a:rPr lang="en-GB" dirty="0"/>
              <a:t>, </a:t>
            </a:r>
            <a:r>
              <a:rPr lang="en-GB" dirty="0" err="1"/>
              <a:t>weil</a:t>
            </a:r>
            <a:r>
              <a:rPr lang="en-GB" dirty="0"/>
              <a:t> der Sprecher so </a:t>
            </a:r>
            <a:r>
              <a:rPr lang="en-GB" dirty="0" err="1"/>
              <a:t>objektiv</a:t>
            </a:r>
            <a:r>
              <a:rPr lang="en-GB" dirty="0"/>
              <a:t> </a:t>
            </a:r>
            <a:r>
              <a:rPr lang="en-GB" dirty="0" err="1"/>
              <a:t>ist</a:t>
            </a:r>
            <a:endParaRPr lang="en-GB" dirty="0"/>
          </a:p>
          <a:p>
            <a:r>
              <a:rPr lang="en-GB" dirty="0"/>
              <a:t>Es </a:t>
            </a:r>
            <a:r>
              <a:rPr lang="en-GB" dirty="0" err="1"/>
              <a:t>ist</a:t>
            </a:r>
            <a:r>
              <a:rPr lang="en-GB" dirty="0"/>
              <a:t> fast </a:t>
            </a:r>
            <a:r>
              <a:rPr lang="en-GB" dirty="0" err="1"/>
              <a:t>schwierig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der Frau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sympathisieren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02345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88</TotalTime>
  <Words>228</Words>
  <Application>Microsoft Office PowerPoint</Application>
  <PresentationFormat>Widescreen</PresentationFormat>
  <Paragraphs>36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Garamond</vt:lpstr>
      <vt:lpstr>High Tower Text</vt:lpstr>
      <vt:lpstr>Organic</vt:lpstr>
      <vt:lpstr>„Verlangen“       Ferdidand von Shirach</vt:lpstr>
      <vt:lpstr>Zusammenfassung der Geschichte</vt:lpstr>
      <vt:lpstr>Ferdinand von Schirach</vt:lpstr>
      <vt:lpstr>Baldur von Schirach</vt:lpstr>
      <vt:lpstr>Die Gefühlen der Frau</vt:lpstr>
      <vt:lpstr>Warum hat sie geklaut?</vt:lpstr>
      <vt:lpstr>Perspektive: Anwalt</vt:lpstr>
      <vt:lpstr>Der Ton</vt:lpstr>
      <vt:lpstr>Die Stimmung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„Verlangen“       Ferdidand von Shirach</dc:title>
  <dc:creator>Quin Barnard</dc:creator>
  <cp:lastModifiedBy>Quin Barnard</cp:lastModifiedBy>
  <cp:revision>2</cp:revision>
  <dcterms:created xsi:type="dcterms:W3CDTF">2024-05-05T14:02:46Z</dcterms:created>
  <dcterms:modified xsi:type="dcterms:W3CDTF">2024-05-08T14:06:27Z</dcterms:modified>
</cp:coreProperties>
</file>